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D2D8C-9D8C-46BF-B1AD-776886E026C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A5028-4DE5-4396-978C-4EA614B20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6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A3E8-DCCF-361B-2262-C32507FC5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70CBA-0B75-7894-2A1B-0051F25CC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D061-174F-9B84-955D-3B8B86A4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7348-3A9F-1CDB-19F2-467D2C2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E579A-7161-671B-EC38-A09F0E4C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43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F7AA-31ED-A680-BEB5-36E26EBD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0C15D-C31E-A20F-CEB8-71C9259CB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CC71-4E31-5772-9AB3-8A73016B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75CBB-22CA-58CC-9456-698CF9F5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8E568-0DE9-9D58-BB4A-E73BAA68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7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E87D-EDFF-3D69-DA8E-68FE70A5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2294D-6FBC-5653-8FF1-7D9DA50EE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4C42C-9D92-4FEA-9398-7E83B2BC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A89C6-DC1A-42BD-27F8-409CAFC0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B9B91-26D5-E85D-7AEF-2BFA04FB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8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49EC-AA4D-B8BC-BDC4-E5F33E89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06837-33D5-4384-6423-82B8FC4B3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A6397-2E3E-ADD5-79AF-3E88724BB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A65A5-2459-D3E4-F152-FAA5290EF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A479A-0265-6D74-3152-D95CD974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3E410-AAE4-270E-B34A-3561CDB1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3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3BF0-BE12-6A2D-E92F-D74269A2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005A2-F852-DD8D-C912-2E0115B23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E3836-3192-58BD-4C9F-748CE3F55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E07B0-4504-A4D3-49DA-A0EC741B2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50B43-C18E-005B-3CF0-E4BBFF3BC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7E5B3-058F-C32C-0618-6B8B137B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EE698-1556-275A-748E-9ED30F27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40B77-083F-6C81-46FF-7C640E4F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9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0AEC-CF0E-11A0-DBDD-5105BDD6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97D71-9FB8-E236-6945-576F5B52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F42F3-30EA-C7D9-7786-F46D93B9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D2652-C8AF-B246-F343-7C0141BB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6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8C8F5-8985-D3E0-40EB-264B394F5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07C86-C290-6567-14C4-43D0254E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AB1E-8AF3-F536-ED8A-2629DC3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7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E419-5957-7EB8-654C-11A22D98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C3503-D8EB-1DC5-075B-53A3706D7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8B870-B980-4859-D6F9-07431BF5D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48EFC-39C9-313B-F340-5B9F9FEE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BAE78-D77B-BF52-A7C3-D870601E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5DA1D-E814-60C0-CA6F-CE8DAB50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8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0847-00AE-F19D-2BC7-E0D0A194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565D7-8D69-3D52-32F9-73C657320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55F59-31E7-C931-D277-68E40EFB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4D19A-E9D4-E6EF-B3EE-13C2FB80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2B33E-AD59-8BC7-6382-712E313B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E866B-BD01-F803-DB02-EB868FC3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3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1400-838B-E391-5FED-623D1EC4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6646A-85A4-C38B-A763-7B9C9C6F6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0B519-9661-A559-3C93-F517232F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9E0AA-2C8B-C63F-521E-361622E8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6A345-251B-D896-DD7C-8B4D7DC9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8C660-9A14-1287-742D-E657792EC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F316C-5AA5-1A5A-E46A-F87CA6169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47664-1E9C-46DE-4B63-3D2B028E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9A5CF-88D0-D9FE-C623-0A3F069C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C53B-4731-E79F-BF8E-59866104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37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23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08BD9-2849-25B8-E70A-C9474C4C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01876-C786-8371-0736-77A09B040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B23AE-0A68-BFC5-8A58-6AA25A266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6C850-C47A-4E45-BCC0-234889B9BF8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17C15-05D0-3EF0-C8C6-11527E9CC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D42FF-E1CD-4B82-2A02-28349575D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A8721-CE10-4189-ABF6-C24E58C2C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2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/>
              <a:t>Title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processes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60704"/>
            <a:ext cx="11676888" cy="987552"/>
          </a:xfrm>
          <a:prstGeom prst="rect">
            <a:avLst/>
          </a:prstGeom>
          <a:solidFill>
            <a:srgbClr val="EEF8F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060704"/>
            <a:ext cx="54864" cy="98755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16736"/>
            <a:ext cx="384048" cy="38404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11556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533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700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 · M·  Functions · processes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2139696"/>
            <a:ext cx="11676888" cy="987552"/>
          </a:xfrm>
          <a:prstGeom prst="rect">
            <a:avLst/>
          </a:prstGeom>
          <a:solidFill>
            <a:srgbClr val="EEF2F7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54864" cy="987552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395728"/>
            <a:ext cx="384048" cy="384048"/>
          </a:xfrm>
          <a:prstGeom prst="ellipse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19456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43230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277977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 ·  T  · Test ·   onboarded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3218688"/>
            <a:ext cx="11676888" cy="987552"/>
          </a:xfrm>
          <a:prstGeom prst="rect">
            <a:avLst/>
          </a:prstGeom>
          <a:solidFill>
            <a:srgbClr val="EEFAF5"/>
          </a:solidFill>
          <a:ln w="12700">
            <a:solidFill>
              <a:srgbClr val="00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54864" cy="987552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474720"/>
            <a:ext cx="384048" cy="384048"/>
          </a:xfrm>
          <a:prstGeom prst="ellipse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27355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51129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/>
              <a:t>Process</a:t>
            </a:r>
          </a:p>
        </p:txBody>
      </p:sp>
      <p:sp>
        <p:nvSpPr>
          <p:cNvPr id="26" name="Text 24"/>
          <p:cNvSpPr/>
          <p:nvPr/>
        </p:nvSpPr>
        <p:spPr>
          <a:xfrm>
            <a:off x="914400" y="3858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 · data handling  ·  calculation  ·  Attributes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4297680"/>
            <a:ext cx="11676888" cy="987552"/>
          </a:xfrm>
          <a:prstGeom prst="rect">
            <a:avLst/>
          </a:prstGeom>
          <a:solidFill>
            <a:srgbClr val="FFF8EE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6032" y="4297680"/>
            <a:ext cx="54864" cy="98755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4553712"/>
            <a:ext cx="384048" cy="384048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35254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5902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4937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5376672"/>
            <a:ext cx="11676888" cy="987552"/>
          </a:xfrm>
          <a:prstGeom prst="rect">
            <a:avLst/>
          </a:prstGeom>
          <a:solidFill>
            <a:srgbClr val="FFF5F5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5376672"/>
            <a:ext cx="54864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4048" y="5632704"/>
            <a:ext cx="384048" cy="38404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54315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669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400" y="6016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Test  ·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638544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097280" cy="27432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0789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9888" y="1078992"/>
            <a:ext cx="1408176" cy="27432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26464" y="10789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078992"/>
            <a:ext cx="3456432" cy="27432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71216" y="10789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27648" y="1078992"/>
            <a:ext cx="1901952" cy="27432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4224" y="107899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66176" y="1078992"/>
            <a:ext cx="3730752" cy="274320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02752" y="107899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371600"/>
            <a:ext cx="11759184" cy="475488"/>
          </a:xfrm>
          <a:prstGeom prst="rect">
            <a:avLst/>
          </a:prstGeom>
          <a:solidFill>
            <a:srgbClr val="FFFDE7"/>
          </a:solidFill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" y="1527048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1408176"/>
            <a:ext cx="8229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08176" y="1408176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1389888"/>
            <a:ext cx="34381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45936" y="1417320"/>
            <a:ext cx="1865376" cy="384048"/>
          </a:xfrm>
          <a:prstGeom prst="rect">
            <a:avLst/>
          </a:prstGeom>
          <a:noFill/>
          <a:ln w="9525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5936" y="1417320"/>
            <a:ext cx="1865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84464" y="1408176"/>
            <a:ext cx="371246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1865376"/>
            <a:ext cx="11759184" cy="475488"/>
          </a:xfrm>
          <a:prstGeom prst="rect">
            <a:avLst/>
          </a:prstGeom>
          <a:solidFill>
            <a:srgbClr val="FFF5F5"/>
          </a:solidFill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0896" y="2020824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08176" y="1901952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52928" y="1883664"/>
            <a:ext cx="34381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45936" y="1911096"/>
            <a:ext cx="1865376" cy="384048"/>
          </a:xfrm>
          <a:prstGeom prst="rect">
            <a:avLst/>
          </a:prstGeom>
          <a:noFill/>
          <a:ln w="9525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45936" y="1911096"/>
            <a:ext cx="1865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84464" y="1901952"/>
            <a:ext cx="371246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2359152"/>
            <a:ext cx="11759184" cy="475488"/>
          </a:xfrm>
          <a:prstGeom prst="rect">
            <a:avLst/>
          </a:prstGeom>
          <a:solidFill>
            <a:srgbClr val="FFF5F5"/>
          </a:solidFill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0896" y="251460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08176" y="2395728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52928" y="2377440"/>
            <a:ext cx="34381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45936" y="2404872"/>
            <a:ext cx="1865376" cy="384048"/>
          </a:xfrm>
          <a:prstGeom prst="rect">
            <a:avLst/>
          </a:prstGeom>
          <a:noFill/>
          <a:ln w="9525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45936" y="2404872"/>
            <a:ext cx="1865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84464" y="2395728"/>
            <a:ext cx="371246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2852928"/>
            <a:ext cx="11759184" cy="475488"/>
          </a:xfrm>
          <a:prstGeom prst="rect">
            <a:avLst/>
          </a:prstGeom>
          <a:solidFill>
            <a:srgbClr val="F1FFF5"/>
          </a:solidFill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10896" y="3008376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2064" y="2889504"/>
            <a:ext cx="8229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08176" y="2889504"/>
            <a:ext cx="138988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852928" y="2871216"/>
            <a:ext cx="34381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45936" y="2898648"/>
            <a:ext cx="1865376" cy="384048"/>
          </a:xfrm>
          <a:prstGeom prst="rect">
            <a:avLst/>
          </a:prstGeom>
          <a:noFill/>
          <a:ln w="9525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45936" y="2898648"/>
            <a:ext cx="186537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84464" y="2889504"/>
            <a:ext cx="3712464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56032" y="6400800"/>
            <a:ext cx="11759184" cy="182880"/>
          </a:xfrm>
          <a:prstGeom prst="rect">
            <a:avLst/>
          </a:prstGeom>
          <a:solidFill>
            <a:srgbClr val="F5F7FA"/>
          </a:solidFill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65760" y="6446520"/>
            <a:ext cx="91440" cy="9144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02920" y="64282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— planned work on track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279392" y="6446520"/>
            <a:ext cx="91440" cy="9144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416552" y="64282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Non-Strategic — significant planned work but strategy clear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193024" y="6446520"/>
            <a:ext cx="91440" cy="9144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330184" y="64282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Non-Strategic — strategy under review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0395D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65760" y="6638544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80</Words>
  <Application>Microsoft Office PowerPoint</Application>
  <PresentationFormat>Widescreen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Gajwani</dc:creator>
  <cp:lastModifiedBy>Girish Gajwani</cp:lastModifiedBy>
  <cp:revision>1</cp:revision>
  <dcterms:created xsi:type="dcterms:W3CDTF">2026-06-04T04:43:46Z</dcterms:created>
  <dcterms:modified xsi:type="dcterms:W3CDTF">2026-06-04T04:52:52Z</dcterms:modified>
</cp:coreProperties>
</file>