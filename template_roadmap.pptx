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ish Gajwani" userId="a478891b19829319" providerId="LiveId" clId="{1BBE5865-0A23-4152-A4B2-9E44D2112367}"/>
    <pc:docChg chg="undo custSel modSld">
      <pc:chgData name="Girish Gajwani" userId="a478891b19829319" providerId="LiveId" clId="{1BBE5865-0A23-4152-A4B2-9E44D2112367}" dt="2026-06-07T19:38:28.717" v="156" actId="478"/>
      <pc:docMkLst>
        <pc:docMk/>
      </pc:docMkLst>
      <pc:sldChg chg="addSp delSp modSp mod">
        <pc:chgData name="Girish Gajwani" userId="a478891b19829319" providerId="LiveId" clId="{1BBE5865-0A23-4152-A4B2-9E44D2112367}" dt="2026-06-07T19:38:28.717" v="156" actId="478"/>
        <pc:sldMkLst>
          <pc:docMk/>
          <pc:sldMk cId="1086140164" sldId="259"/>
        </pc:sldMkLst>
        <pc:spChg chg="mod">
          <ac:chgData name="Girish Gajwani" userId="a478891b19829319" providerId="LiveId" clId="{1BBE5865-0A23-4152-A4B2-9E44D2112367}" dt="2026-06-07T19:37:55.514" v="137" actId="20577"/>
          <ac:spMkLst>
            <pc:docMk/>
            <pc:sldMk cId="1086140164" sldId="259"/>
            <ac:spMk id="111" creationId="{3741F67B-FD98-8E25-CF7E-C4D3374DF86B}"/>
          </ac:spMkLst>
        </pc:spChg>
        <pc:spChg chg="mod">
          <ac:chgData name="Girish Gajwani" userId="a478891b19829319" providerId="LiveId" clId="{1BBE5865-0A23-4152-A4B2-9E44D2112367}" dt="2026-06-07T19:34:22.451" v="0" actId="20577"/>
          <ac:spMkLst>
            <pc:docMk/>
            <pc:sldMk cId="1086140164" sldId="259"/>
            <ac:spMk id="114" creationId="{C45D05A7-261E-4163-F48B-CB2EFE21559B}"/>
          </ac:spMkLst>
        </pc:spChg>
        <pc:spChg chg="del">
          <ac:chgData name="Girish Gajwani" userId="a478891b19829319" providerId="LiveId" clId="{1BBE5865-0A23-4152-A4B2-9E44D2112367}" dt="2026-06-07T19:34:27.583" v="2" actId="478"/>
          <ac:spMkLst>
            <pc:docMk/>
            <pc:sldMk cId="1086140164" sldId="259"/>
            <ac:spMk id="115" creationId="{70B873A5-3ECA-D23E-19E5-9A29CA437E6E}"/>
          </ac:spMkLst>
        </pc:spChg>
        <pc:spChg chg="del">
          <ac:chgData name="Girish Gajwani" userId="a478891b19829319" providerId="LiveId" clId="{1BBE5865-0A23-4152-A4B2-9E44D2112367}" dt="2026-06-07T19:34:26.344" v="1" actId="478"/>
          <ac:spMkLst>
            <pc:docMk/>
            <pc:sldMk cId="1086140164" sldId="259"/>
            <ac:spMk id="116" creationId="{FB3BAEF1-DCCB-BD9B-B989-55B851206F9E}"/>
          </ac:spMkLst>
        </pc:spChg>
        <pc:spChg chg="del">
          <ac:chgData name="Girish Gajwani" userId="a478891b19829319" providerId="LiveId" clId="{1BBE5865-0A23-4152-A4B2-9E44D2112367}" dt="2026-06-07T19:34:29.399" v="4" actId="478"/>
          <ac:spMkLst>
            <pc:docMk/>
            <pc:sldMk cId="1086140164" sldId="259"/>
            <ac:spMk id="118" creationId="{58222227-E447-2531-FD5C-909F22FB6041}"/>
          </ac:spMkLst>
        </pc:spChg>
        <pc:spChg chg="del">
          <ac:chgData name="Girish Gajwani" userId="a478891b19829319" providerId="LiveId" clId="{1BBE5865-0A23-4152-A4B2-9E44D2112367}" dt="2026-06-07T19:34:30.131" v="5" actId="478"/>
          <ac:spMkLst>
            <pc:docMk/>
            <pc:sldMk cId="1086140164" sldId="259"/>
            <ac:spMk id="119" creationId="{8A72804F-45E8-3711-ECA3-44800374A2A6}"/>
          </ac:spMkLst>
        </pc:spChg>
        <pc:spChg chg="mod">
          <ac:chgData name="Girish Gajwani" userId="a478891b19829319" providerId="LiveId" clId="{1BBE5865-0A23-4152-A4B2-9E44D2112367}" dt="2026-06-07T19:34:28.618" v="3" actId="6549"/>
          <ac:spMkLst>
            <pc:docMk/>
            <pc:sldMk cId="1086140164" sldId="259"/>
            <ac:spMk id="120" creationId="{5BD380BF-4108-6E17-2144-5A12D1E7EF55}"/>
          </ac:spMkLst>
        </pc:spChg>
        <pc:spChg chg="del">
          <ac:chgData name="Girish Gajwani" userId="a478891b19829319" providerId="LiveId" clId="{1BBE5865-0A23-4152-A4B2-9E44D2112367}" dt="2026-06-07T19:34:31.557" v="6" actId="478"/>
          <ac:spMkLst>
            <pc:docMk/>
            <pc:sldMk cId="1086140164" sldId="259"/>
            <ac:spMk id="121" creationId="{FEC1EBCB-4D01-9166-F4E3-EEC3DDA90448}"/>
          </ac:spMkLst>
        </pc:spChg>
        <pc:spChg chg="del">
          <ac:chgData name="Girish Gajwani" userId="a478891b19829319" providerId="LiveId" clId="{1BBE5865-0A23-4152-A4B2-9E44D2112367}" dt="2026-06-07T19:34:32.308" v="7" actId="478"/>
          <ac:spMkLst>
            <pc:docMk/>
            <pc:sldMk cId="1086140164" sldId="259"/>
            <ac:spMk id="122" creationId="{3ABF259A-EAEC-12C3-DC07-C2C109E54CB7}"/>
          </ac:spMkLst>
        </pc:spChg>
        <pc:spChg chg="del">
          <ac:chgData name="Girish Gajwani" userId="a478891b19829319" providerId="LiveId" clId="{1BBE5865-0A23-4152-A4B2-9E44D2112367}" dt="2026-06-07T19:34:32.816" v="8" actId="478"/>
          <ac:spMkLst>
            <pc:docMk/>
            <pc:sldMk cId="1086140164" sldId="259"/>
            <ac:spMk id="124" creationId="{200436BF-1114-6719-E674-D8534B463F16}"/>
          </ac:spMkLst>
        </pc:spChg>
        <pc:spChg chg="del">
          <ac:chgData name="Girish Gajwani" userId="a478891b19829319" providerId="LiveId" clId="{1BBE5865-0A23-4152-A4B2-9E44D2112367}" dt="2026-06-07T19:34:33.309" v="9" actId="478"/>
          <ac:spMkLst>
            <pc:docMk/>
            <pc:sldMk cId="1086140164" sldId="259"/>
            <ac:spMk id="125" creationId="{2DC2514A-C4B4-DDF7-8ED3-A5FD2347D7A6}"/>
          </ac:spMkLst>
        </pc:spChg>
        <pc:spChg chg="del">
          <ac:chgData name="Girish Gajwani" userId="a478891b19829319" providerId="LiveId" clId="{1BBE5865-0A23-4152-A4B2-9E44D2112367}" dt="2026-06-07T19:34:33.916" v="10" actId="478"/>
          <ac:spMkLst>
            <pc:docMk/>
            <pc:sldMk cId="1086140164" sldId="259"/>
            <ac:spMk id="127" creationId="{CB74D97B-5E99-FE47-6A5F-44D49E86630A}"/>
          </ac:spMkLst>
        </pc:spChg>
        <pc:spChg chg="del">
          <ac:chgData name="Girish Gajwani" userId="a478891b19829319" providerId="LiveId" clId="{1BBE5865-0A23-4152-A4B2-9E44D2112367}" dt="2026-06-07T19:34:34.351" v="11" actId="478"/>
          <ac:spMkLst>
            <pc:docMk/>
            <pc:sldMk cId="1086140164" sldId="259"/>
            <ac:spMk id="128" creationId="{E9EBEDA0-BE2E-DF86-3362-151DBA6630EA}"/>
          </ac:spMkLst>
        </pc:spChg>
        <pc:spChg chg="del">
          <ac:chgData name="Girish Gajwani" userId="a478891b19829319" providerId="LiveId" clId="{1BBE5865-0A23-4152-A4B2-9E44D2112367}" dt="2026-06-07T19:34:34.822" v="12" actId="478"/>
          <ac:spMkLst>
            <pc:docMk/>
            <pc:sldMk cId="1086140164" sldId="259"/>
            <ac:spMk id="130" creationId="{56C89CAF-88D5-A18E-1B25-8D57E371E172}"/>
          </ac:spMkLst>
        </pc:spChg>
        <pc:spChg chg="del">
          <ac:chgData name="Girish Gajwani" userId="a478891b19829319" providerId="LiveId" clId="{1BBE5865-0A23-4152-A4B2-9E44D2112367}" dt="2026-06-07T19:34:35.418" v="13" actId="478"/>
          <ac:spMkLst>
            <pc:docMk/>
            <pc:sldMk cId="1086140164" sldId="259"/>
            <ac:spMk id="131" creationId="{DE568423-B9A9-4085-9F0A-11D72D351EBE}"/>
          </ac:spMkLst>
        </pc:spChg>
        <pc:spChg chg="mod">
          <ac:chgData name="Girish Gajwani" userId="a478891b19829319" providerId="LiveId" clId="{1BBE5865-0A23-4152-A4B2-9E44D2112367}" dt="2026-06-07T19:34:45.690" v="37" actId="20577"/>
          <ac:spMkLst>
            <pc:docMk/>
            <pc:sldMk cId="1086140164" sldId="259"/>
            <ac:spMk id="134" creationId="{6E7C44FC-CC29-DA02-219E-6182F6F50E64}"/>
          </ac:spMkLst>
        </pc:spChg>
        <pc:spChg chg="mod">
          <ac:chgData name="Girish Gajwani" userId="a478891b19829319" providerId="LiveId" clId="{1BBE5865-0A23-4152-A4B2-9E44D2112367}" dt="2026-06-07T19:37:47.823" v="127" actId="20577"/>
          <ac:spMkLst>
            <pc:docMk/>
            <pc:sldMk cId="1086140164" sldId="259"/>
            <ac:spMk id="137" creationId="{9947E372-E103-A600-3800-CBE4ECB37916}"/>
          </ac:spMkLst>
        </pc:spChg>
        <pc:spChg chg="mod">
          <ac:chgData name="Girish Gajwani" userId="a478891b19829319" providerId="LiveId" clId="{1BBE5865-0A23-4152-A4B2-9E44D2112367}" dt="2026-06-07T19:34:54.801" v="38" actId="20577"/>
          <ac:spMkLst>
            <pc:docMk/>
            <pc:sldMk cId="1086140164" sldId="259"/>
            <ac:spMk id="140" creationId="{4BD7D37A-845A-2152-9312-45AA40E7C308}"/>
          </ac:spMkLst>
        </pc:spChg>
        <pc:spChg chg="del">
          <ac:chgData name="Girish Gajwani" userId="a478891b19829319" providerId="LiveId" clId="{1BBE5865-0A23-4152-A4B2-9E44D2112367}" dt="2026-06-07T19:35:08.591" v="46" actId="478"/>
          <ac:spMkLst>
            <pc:docMk/>
            <pc:sldMk cId="1086140164" sldId="259"/>
            <ac:spMk id="141" creationId="{09387116-52BE-A760-3A42-7B3A64EEE357}"/>
          </ac:spMkLst>
        </pc:spChg>
        <pc:spChg chg="del">
          <ac:chgData name="Girish Gajwani" userId="a478891b19829319" providerId="LiveId" clId="{1BBE5865-0A23-4152-A4B2-9E44D2112367}" dt="2026-06-07T19:35:03.786" v="42" actId="478"/>
          <ac:spMkLst>
            <pc:docMk/>
            <pc:sldMk cId="1086140164" sldId="259"/>
            <ac:spMk id="142" creationId="{5E7B3FD4-A01D-69F7-95A6-02A0006C6598}"/>
          </ac:spMkLst>
        </pc:spChg>
        <pc:spChg chg="mod">
          <ac:chgData name="Girish Gajwani" userId="a478891b19829319" providerId="LiveId" clId="{1BBE5865-0A23-4152-A4B2-9E44D2112367}" dt="2026-06-07T19:35:18.097" v="54" actId="20577"/>
          <ac:spMkLst>
            <pc:docMk/>
            <pc:sldMk cId="1086140164" sldId="259"/>
            <ac:spMk id="143" creationId="{314ABCBF-7FFD-AC32-96E7-1012764496FE}"/>
          </ac:spMkLst>
        </pc:spChg>
        <pc:spChg chg="del">
          <ac:chgData name="Girish Gajwani" userId="a478891b19829319" providerId="LiveId" clId="{1BBE5865-0A23-4152-A4B2-9E44D2112367}" dt="2026-06-07T19:35:02.846" v="41" actId="478"/>
          <ac:spMkLst>
            <pc:docMk/>
            <pc:sldMk cId="1086140164" sldId="259"/>
            <ac:spMk id="144" creationId="{7361971D-5EE8-DDED-EBD4-752AA1BB9D82}"/>
          </ac:spMkLst>
        </pc:spChg>
        <pc:spChg chg="del">
          <ac:chgData name="Girish Gajwani" userId="a478891b19829319" providerId="LiveId" clId="{1BBE5865-0A23-4152-A4B2-9E44D2112367}" dt="2026-06-07T19:35:00.320" v="39" actId="478"/>
          <ac:spMkLst>
            <pc:docMk/>
            <pc:sldMk cId="1086140164" sldId="259"/>
            <ac:spMk id="145" creationId="{B4CAF77A-DFED-A0CC-1482-90E34A9ED855}"/>
          </ac:spMkLst>
        </pc:spChg>
        <pc:spChg chg="del mod">
          <ac:chgData name="Girish Gajwani" userId="a478891b19829319" providerId="LiveId" clId="{1BBE5865-0A23-4152-A4B2-9E44D2112367}" dt="2026-06-07T19:35:06.344" v="44" actId="478"/>
          <ac:spMkLst>
            <pc:docMk/>
            <pc:sldMk cId="1086140164" sldId="259"/>
            <ac:spMk id="146" creationId="{6B22D17C-A864-9058-3725-0D4C7F6F6236}"/>
          </ac:spMkLst>
        </pc:spChg>
        <pc:spChg chg="del">
          <ac:chgData name="Girish Gajwani" userId="a478891b19829319" providerId="LiveId" clId="{1BBE5865-0A23-4152-A4B2-9E44D2112367}" dt="2026-06-07T19:35:15.495" v="53" actId="478"/>
          <ac:spMkLst>
            <pc:docMk/>
            <pc:sldMk cId="1086140164" sldId="259"/>
            <ac:spMk id="147" creationId="{BF2CF1C4-983E-B9ED-F90D-E9356AA83D76}"/>
          </ac:spMkLst>
        </pc:spChg>
        <pc:spChg chg="del">
          <ac:chgData name="Girish Gajwani" userId="a478891b19829319" providerId="LiveId" clId="{1BBE5865-0A23-4152-A4B2-9E44D2112367}" dt="2026-06-07T19:35:09.488" v="47" actId="478"/>
          <ac:spMkLst>
            <pc:docMk/>
            <pc:sldMk cId="1086140164" sldId="259"/>
            <ac:spMk id="148" creationId="{00B7E9AD-C605-D784-0027-A634D8C02F1A}"/>
          </ac:spMkLst>
        </pc:spChg>
        <pc:spChg chg="del mod">
          <ac:chgData name="Girish Gajwani" userId="a478891b19829319" providerId="LiveId" clId="{1BBE5865-0A23-4152-A4B2-9E44D2112367}" dt="2026-06-07T19:35:11.393" v="49" actId="478"/>
          <ac:spMkLst>
            <pc:docMk/>
            <pc:sldMk cId="1086140164" sldId="259"/>
            <ac:spMk id="149" creationId="{207477D0-5866-9340-74BF-5066EF14D2B3}"/>
          </ac:spMkLst>
        </pc:spChg>
        <pc:spChg chg="del">
          <ac:chgData name="Girish Gajwani" userId="a478891b19829319" providerId="LiveId" clId="{1BBE5865-0A23-4152-A4B2-9E44D2112367}" dt="2026-06-07T19:35:14.640" v="52" actId="478"/>
          <ac:spMkLst>
            <pc:docMk/>
            <pc:sldMk cId="1086140164" sldId="259"/>
            <ac:spMk id="150" creationId="{7D8E078C-131B-ED3B-AEA3-FC77B52646C1}"/>
          </ac:spMkLst>
        </pc:spChg>
        <pc:spChg chg="del">
          <ac:chgData name="Girish Gajwani" userId="a478891b19829319" providerId="LiveId" clId="{1BBE5865-0A23-4152-A4B2-9E44D2112367}" dt="2026-06-07T19:35:07.247" v="45" actId="478"/>
          <ac:spMkLst>
            <pc:docMk/>
            <pc:sldMk cId="1086140164" sldId="259"/>
            <ac:spMk id="151" creationId="{A545ED17-A038-574D-3BA3-7CBBF963FB79}"/>
          </ac:spMkLst>
        </pc:spChg>
        <pc:spChg chg="del">
          <ac:chgData name="Girish Gajwani" userId="a478891b19829319" providerId="LiveId" clId="{1BBE5865-0A23-4152-A4B2-9E44D2112367}" dt="2026-06-07T19:35:13.564" v="51" actId="478"/>
          <ac:spMkLst>
            <pc:docMk/>
            <pc:sldMk cId="1086140164" sldId="259"/>
            <ac:spMk id="153" creationId="{8DE15869-C614-0557-7637-765B6B559968}"/>
          </ac:spMkLst>
        </pc:spChg>
        <pc:spChg chg="del">
          <ac:chgData name="Girish Gajwani" userId="a478891b19829319" providerId="LiveId" clId="{1BBE5865-0A23-4152-A4B2-9E44D2112367}" dt="2026-06-07T19:35:12.414" v="50" actId="478"/>
          <ac:spMkLst>
            <pc:docMk/>
            <pc:sldMk cId="1086140164" sldId="259"/>
            <ac:spMk id="154" creationId="{7E62A2D4-67FE-4DBF-3449-D301E5C6EC09}"/>
          </ac:spMkLst>
        </pc:spChg>
        <pc:spChg chg="del">
          <ac:chgData name="Girish Gajwani" userId="a478891b19829319" providerId="LiveId" clId="{1BBE5865-0A23-4152-A4B2-9E44D2112367}" dt="2026-06-07T19:35:34.033" v="58" actId="478"/>
          <ac:spMkLst>
            <pc:docMk/>
            <pc:sldMk cId="1086140164" sldId="259"/>
            <ac:spMk id="156" creationId="{34C1380E-1596-1408-613B-AABE7F9D7F8F}"/>
          </ac:spMkLst>
        </pc:spChg>
        <pc:spChg chg="del">
          <ac:chgData name="Girish Gajwani" userId="a478891b19829319" providerId="LiveId" clId="{1BBE5865-0A23-4152-A4B2-9E44D2112367}" dt="2026-06-07T19:35:34.625" v="59" actId="478"/>
          <ac:spMkLst>
            <pc:docMk/>
            <pc:sldMk cId="1086140164" sldId="259"/>
            <ac:spMk id="157" creationId="{95AF2698-CD61-4742-632E-471992920B0A}"/>
          </ac:spMkLst>
        </pc:spChg>
        <pc:spChg chg="del">
          <ac:chgData name="Girish Gajwani" userId="a478891b19829319" providerId="LiveId" clId="{1BBE5865-0A23-4152-A4B2-9E44D2112367}" dt="2026-06-07T19:35:36.434" v="61" actId="478"/>
          <ac:spMkLst>
            <pc:docMk/>
            <pc:sldMk cId="1086140164" sldId="259"/>
            <ac:spMk id="159" creationId="{25486393-2D5B-6754-A95B-A7326387041C}"/>
          </ac:spMkLst>
        </pc:spChg>
        <pc:spChg chg="del">
          <ac:chgData name="Girish Gajwani" userId="a478891b19829319" providerId="LiveId" clId="{1BBE5865-0A23-4152-A4B2-9E44D2112367}" dt="2026-06-07T19:35:35.438" v="60" actId="478"/>
          <ac:spMkLst>
            <pc:docMk/>
            <pc:sldMk cId="1086140164" sldId="259"/>
            <ac:spMk id="160" creationId="{3962BB0F-755D-059A-E140-96015D6F6CB5}"/>
          </ac:spMkLst>
        </pc:spChg>
        <pc:spChg chg="del">
          <ac:chgData name="Girish Gajwani" userId="a478891b19829319" providerId="LiveId" clId="{1BBE5865-0A23-4152-A4B2-9E44D2112367}" dt="2026-06-07T19:35:26.448" v="55" actId="478"/>
          <ac:spMkLst>
            <pc:docMk/>
            <pc:sldMk cId="1086140164" sldId="259"/>
            <ac:spMk id="162" creationId="{1B9A2DB1-2835-B482-C227-ED051D17E200}"/>
          </ac:spMkLst>
        </pc:spChg>
        <pc:spChg chg="del mod">
          <ac:chgData name="Girish Gajwani" userId="a478891b19829319" providerId="LiveId" clId="{1BBE5865-0A23-4152-A4B2-9E44D2112367}" dt="2026-06-07T19:35:31.729" v="57" actId="478"/>
          <ac:spMkLst>
            <pc:docMk/>
            <pc:sldMk cId="1086140164" sldId="259"/>
            <ac:spMk id="163" creationId="{26404D51-2515-E94D-66D1-EB5BE6497D7D}"/>
          </ac:spMkLst>
        </pc:spChg>
        <pc:spChg chg="mod">
          <ac:chgData name="Girish Gajwani" userId="a478891b19829319" providerId="LiveId" clId="{1BBE5865-0A23-4152-A4B2-9E44D2112367}" dt="2026-06-07T19:37:43.132" v="125" actId="20577"/>
          <ac:spMkLst>
            <pc:docMk/>
            <pc:sldMk cId="1086140164" sldId="259"/>
            <ac:spMk id="166" creationId="{F2224299-49C8-D706-F6AE-C31508112BA7}"/>
          </ac:spMkLst>
        </pc:spChg>
        <pc:spChg chg="mod">
          <ac:chgData name="Girish Gajwani" userId="a478891b19829319" providerId="LiveId" clId="{1BBE5865-0A23-4152-A4B2-9E44D2112367}" dt="2026-06-07T19:35:40.796" v="62" actId="20577"/>
          <ac:spMkLst>
            <pc:docMk/>
            <pc:sldMk cId="1086140164" sldId="259"/>
            <ac:spMk id="169" creationId="{79AF87B1-BB3D-8B0F-5A97-03557D214DCC}"/>
          </ac:spMkLst>
        </pc:spChg>
        <pc:spChg chg="del">
          <ac:chgData name="Girish Gajwani" userId="a478891b19829319" providerId="LiveId" clId="{1BBE5865-0A23-4152-A4B2-9E44D2112367}" dt="2026-06-07T19:35:46.866" v="64" actId="478"/>
          <ac:spMkLst>
            <pc:docMk/>
            <pc:sldMk cId="1086140164" sldId="259"/>
            <ac:spMk id="170" creationId="{526F5F23-57FA-9566-E740-092F063428B9}"/>
          </ac:spMkLst>
        </pc:spChg>
        <pc:spChg chg="del">
          <ac:chgData name="Girish Gajwani" userId="a478891b19829319" providerId="LiveId" clId="{1BBE5865-0A23-4152-A4B2-9E44D2112367}" dt="2026-06-07T19:35:45.729" v="63" actId="478"/>
          <ac:spMkLst>
            <pc:docMk/>
            <pc:sldMk cId="1086140164" sldId="259"/>
            <ac:spMk id="171" creationId="{84A5E54B-C5E7-87F9-8D35-B60DBB750BD6}"/>
          </ac:spMkLst>
        </pc:spChg>
        <pc:spChg chg="del">
          <ac:chgData name="Girish Gajwani" userId="a478891b19829319" providerId="LiveId" clId="{1BBE5865-0A23-4152-A4B2-9E44D2112367}" dt="2026-06-07T19:35:48.754" v="66" actId="478"/>
          <ac:spMkLst>
            <pc:docMk/>
            <pc:sldMk cId="1086140164" sldId="259"/>
            <ac:spMk id="173" creationId="{0E87D7C5-DB63-5CD2-93F1-2DC90505EFE3}"/>
          </ac:spMkLst>
        </pc:spChg>
        <pc:spChg chg="del">
          <ac:chgData name="Girish Gajwani" userId="a478891b19829319" providerId="LiveId" clId="{1BBE5865-0A23-4152-A4B2-9E44D2112367}" dt="2026-06-07T19:35:47.732" v="65" actId="478"/>
          <ac:spMkLst>
            <pc:docMk/>
            <pc:sldMk cId="1086140164" sldId="259"/>
            <ac:spMk id="174" creationId="{C6F258AA-48ED-3793-8250-01371D37B767}"/>
          </ac:spMkLst>
        </pc:spChg>
        <pc:spChg chg="del">
          <ac:chgData name="Girish Gajwani" userId="a478891b19829319" providerId="LiveId" clId="{1BBE5865-0A23-4152-A4B2-9E44D2112367}" dt="2026-06-07T19:35:50.393" v="68" actId="478"/>
          <ac:spMkLst>
            <pc:docMk/>
            <pc:sldMk cId="1086140164" sldId="259"/>
            <ac:spMk id="176" creationId="{BA0D99C7-0173-239D-BED2-D7DF4543EFD3}"/>
          </ac:spMkLst>
        </pc:spChg>
        <pc:spChg chg="del">
          <ac:chgData name="Girish Gajwani" userId="a478891b19829319" providerId="LiveId" clId="{1BBE5865-0A23-4152-A4B2-9E44D2112367}" dt="2026-06-07T19:35:49.470" v="67" actId="478"/>
          <ac:spMkLst>
            <pc:docMk/>
            <pc:sldMk cId="1086140164" sldId="259"/>
            <ac:spMk id="177" creationId="{CEF44574-140F-848B-CC20-2E9B5AB439BF}"/>
          </ac:spMkLst>
        </pc:spChg>
        <pc:spChg chg="del">
          <ac:chgData name="Girish Gajwani" userId="a478891b19829319" providerId="LiveId" clId="{1BBE5865-0A23-4152-A4B2-9E44D2112367}" dt="2026-06-07T19:35:51.970" v="70" actId="478"/>
          <ac:spMkLst>
            <pc:docMk/>
            <pc:sldMk cId="1086140164" sldId="259"/>
            <ac:spMk id="179" creationId="{FB021FCC-4539-309E-DD3D-DDFFBAA4EC1E}"/>
          </ac:spMkLst>
        </pc:spChg>
        <pc:spChg chg="del">
          <ac:chgData name="Girish Gajwani" userId="a478891b19829319" providerId="LiveId" clId="{1BBE5865-0A23-4152-A4B2-9E44D2112367}" dt="2026-06-07T19:35:51.139" v="69" actId="478"/>
          <ac:spMkLst>
            <pc:docMk/>
            <pc:sldMk cId="1086140164" sldId="259"/>
            <ac:spMk id="180" creationId="{84958A1B-4DB9-2AA6-A990-B0A2B9C65279}"/>
          </ac:spMkLst>
        </pc:spChg>
        <pc:spChg chg="del">
          <ac:chgData name="Girish Gajwani" userId="a478891b19829319" providerId="LiveId" clId="{1BBE5865-0A23-4152-A4B2-9E44D2112367}" dt="2026-06-07T19:35:53.580" v="72" actId="478"/>
          <ac:spMkLst>
            <pc:docMk/>
            <pc:sldMk cId="1086140164" sldId="259"/>
            <ac:spMk id="182" creationId="{88A84A33-1BF5-9919-E683-0AC934FC0937}"/>
          </ac:spMkLst>
        </pc:spChg>
        <pc:spChg chg="del">
          <ac:chgData name="Girish Gajwani" userId="a478891b19829319" providerId="LiveId" clId="{1BBE5865-0A23-4152-A4B2-9E44D2112367}" dt="2026-06-07T19:35:52.795" v="71" actId="478"/>
          <ac:spMkLst>
            <pc:docMk/>
            <pc:sldMk cId="1086140164" sldId="259"/>
            <ac:spMk id="183" creationId="{159334F7-9BC3-97D0-B0F4-F473249D3B9E}"/>
          </ac:spMkLst>
        </pc:spChg>
        <pc:spChg chg="del">
          <ac:chgData name="Girish Gajwani" userId="a478891b19829319" providerId="LiveId" clId="{1BBE5865-0A23-4152-A4B2-9E44D2112367}" dt="2026-06-07T19:36:07.349" v="77" actId="478"/>
          <ac:spMkLst>
            <pc:docMk/>
            <pc:sldMk cId="1086140164" sldId="259"/>
            <ac:spMk id="185" creationId="{C23704B1-7880-DA3E-6453-E7FC45C76F0E}"/>
          </ac:spMkLst>
        </pc:spChg>
        <pc:spChg chg="del">
          <ac:chgData name="Girish Gajwani" userId="a478891b19829319" providerId="LiveId" clId="{1BBE5865-0A23-4152-A4B2-9E44D2112367}" dt="2026-06-07T19:36:06.355" v="76" actId="478"/>
          <ac:spMkLst>
            <pc:docMk/>
            <pc:sldMk cId="1086140164" sldId="259"/>
            <ac:spMk id="186" creationId="{03FB30CD-AD9A-A396-59A9-884E26E40E78}"/>
          </ac:spMkLst>
        </pc:spChg>
        <pc:spChg chg="del">
          <ac:chgData name="Girish Gajwani" userId="a478891b19829319" providerId="LiveId" clId="{1BBE5865-0A23-4152-A4B2-9E44D2112367}" dt="2026-06-07T19:35:55.815" v="73" actId="478"/>
          <ac:spMkLst>
            <pc:docMk/>
            <pc:sldMk cId="1086140164" sldId="259"/>
            <ac:spMk id="188" creationId="{50A046D2-DDF6-A70C-E883-85B3060FDF03}"/>
          </ac:spMkLst>
        </pc:spChg>
        <pc:spChg chg="del mod">
          <ac:chgData name="Girish Gajwani" userId="a478891b19829319" providerId="LiveId" clId="{1BBE5865-0A23-4152-A4B2-9E44D2112367}" dt="2026-06-07T19:36:05.093" v="75" actId="478"/>
          <ac:spMkLst>
            <pc:docMk/>
            <pc:sldMk cId="1086140164" sldId="259"/>
            <ac:spMk id="189" creationId="{76B627BF-E661-E6CF-00CC-3C9BE398D6D3}"/>
          </ac:spMkLst>
        </pc:spChg>
        <pc:spChg chg="mod">
          <ac:chgData name="Girish Gajwani" userId="a478891b19829319" providerId="LiveId" clId="{1BBE5865-0A23-4152-A4B2-9E44D2112367}" dt="2026-06-07T19:37:39.978" v="124" actId="20577"/>
          <ac:spMkLst>
            <pc:docMk/>
            <pc:sldMk cId="1086140164" sldId="259"/>
            <ac:spMk id="192" creationId="{0E5C5C93-7E6F-3E34-568F-E60422A74890}"/>
          </ac:spMkLst>
        </pc:spChg>
        <pc:spChg chg="mod">
          <ac:chgData name="Girish Gajwani" userId="a478891b19829319" providerId="LiveId" clId="{1BBE5865-0A23-4152-A4B2-9E44D2112367}" dt="2026-06-07T19:36:10.430" v="78" actId="20577"/>
          <ac:spMkLst>
            <pc:docMk/>
            <pc:sldMk cId="1086140164" sldId="259"/>
            <ac:spMk id="195" creationId="{DB8696B5-51F6-1E36-225A-7C737A810A3E}"/>
          </ac:spMkLst>
        </pc:spChg>
        <pc:spChg chg="del">
          <ac:chgData name="Girish Gajwani" userId="a478891b19829319" providerId="LiveId" clId="{1BBE5865-0A23-4152-A4B2-9E44D2112367}" dt="2026-06-07T19:36:36.711" v="95" actId="478"/>
          <ac:spMkLst>
            <pc:docMk/>
            <pc:sldMk cId="1086140164" sldId="259"/>
            <ac:spMk id="196" creationId="{F3D0B36D-DCC4-0BDB-C2DB-64356BF463F0}"/>
          </ac:spMkLst>
        </pc:spChg>
        <pc:spChg chg="del">
          <ac:chgData name="Girish Gajwani" userId="a478891b19829319" providerId="LiveId" clId="{1BBE5865-0A23-4152-A4B2-9E44D2112367}" dt="2026-06-07T19:36:35.793" v="94" actId="478"/>
          <ac:spMkLst>
            <pc:docMk/>
            <pc:sldMk cId="1086140164" sldId="259"/>
            <ac:spMk id="197" creationId="{7A3DBBE3-141A-D9B5-83ED-0E5959CE96BB}"/>
          </ac:spMkLst>
        </pc:spChg>
        <pc:spChg chg="mod">
          <ac:chgData name="Girish Gajwani" userId="a478891b19829319" providerId="LiveId" clId="{1BBE5865-0A23-4152-A4B2-9E44D2112367}" dt="2026-06-07T19:36:38.608" v="96" actId="20577"/>
          <ac:spMkLst>
            <pc:docMk/>
            <pc:sldMk cId="1086140164" sldId="259"/>
            <ac:spMk id="198" creationId="{8D4F0732-7C81-94E7-B248-0AE3D6A8D594}"/>
          </ac:spMkLst>
        </pc:spChg>
        <pc:spChg chg="del">
          <ac:chgData name="Girish Gajwani" userId="a478891b19829319" providerId="LiveId" clId="{1BBE5865-0A23-4152-A4B2-9E44D2112367}" dt="2026-06-07T19:36:34.615" v="93" actId="478"/>
          <ac:spMkLst>
            <pc:docMk/>
            <pc:sldMk cId="1086140164" sldId="259"/>
            <ac:spMk id="199" creationId="{221B3C9B-1384-8305-5A56-6CC8312375DD}"/>
          </ac:spMkLst>
        </pc:spChg>
        <pc:spChg chg="del">
          <ac:chgData name="Girish Gajwani" userId="a478891b19829319" providerId="LiveId" clId="{1BBE5865-0A23-4152-A4B2-9E44D2112367}" dt="2026-06-07T19:36:33.653" v="92" actId="478"/>
          <ac:spMkLst>
            <pc:docMk/>
            <pc:sldMk cId="1086140164" sldId="259"/>
            <ac:spMk id="200" creationId="{00FED61D-88BD-8902-191A-1135D8C312B4}"/>
          </ac:spMkLst>
        </pc:spChg>
        <pc:spChg chg="mod">
          <ac:chgData name="Girish Gajwani" userId="a478891b19829319" providerId="LiveId" clId="{1BBE5865-0A23-4152-A4B2-9E44D2112367}" dt="2026-06-07T19:36:41.745" v="98" actId="20577"/>
          <ac:spMkLst>
            <pc:docMk/>
            <pc:sldMk cId="1086140164" sldId="259"/>
            <ac:spMk id="201" creationId="{4A59F2B1-BB42-C4D0-F357-F9F36A5E6437}"/>
          </ac:spMkLst>
        </pc:spChg>
        <pc:spChg chg="del">
          <ac:chgData name="Girish Gajwani" userId="a478891b19829319" providerId="LiveId" clId="{1BBE5865-0A23-4152-A4B2-9E44D2112367}" dt="2026-06-07T19:36:32.520" v="91" actId="478"/>
          <ac:spMkLst>
            <pc:docMk/>
            <pc:sldMk cId="1086140164" sldId="259"/>
            <ac:spMk id="202" creationId="{65C4C982-8C0A-56A7-CFF3-9F2E5FE9B55B}"/>
          </ac:spMkLst>
        </pc:spChg>
        <pc:spChg chg="del">
          <ac:chgData name="Girish Gajwani" userId="a478891b19829319" providerId="LiveId" clId="{1BBE5865-0A23-4152-A4B2-9E44D2112367}" dt="2026-06-07T19:36:31.322" v="90" actId="478"/>
          <ac:spMkLst>
            <pc:docMk/>
            <pc:sldMk cId="1086140164" sldId="259"/>
            <ac:spMk id="203" creationId="{02E1916C-AED3-7B20-EF86-8CDD47F43F48}"/>
          </ac:spMkLst>
        </pc:spChg>
        <pc:spChg chg="del">
          <ac:chgData name="Girish Gajwani" userId="a478891b19829319" providerId="LiveId" clId="{1BBE5865-0A23-4152-A4B2-9E44D2112367}" dt="2026-06-07T19:36:30.307" v="89" actId="478"/>
          <ac:spMkLst>
            <pc:docMk/>
            <pc:sldMk cId="1086140164" sldId="259"/>
            <ac:spMk id="205" creationId="{A410E1C9-C747-C1F0-9F2D-BA85AB9EAF7F}"/>
          </ac:spMkLst>
        </pc:spChg>
        <pc:spChg chg="del">
          <ac:chgData name="Girish Gajwani" userId="a478891b19829319" providerId="LiveId" clId="{1BBE5865-0A23-4152-A4B2-9E44D2112367}" dt="2026-06-07T19:36:29.361" v="88" actId="478"/>
          <ac:spMkLst>
            <pc:docMk/>
            <pc:sldMk cId="1086140164" sldId="259"/>
            <ac:spMk id="206" creationId="{ADA4659A-F6C6-8A02-0F5B-573E7E77E461}"/>
          </ac:spMkLst>
        </pc:spChg>
        <pc:spChg chg="del">
          <ac:chgData name="Girish Gajwani" userId="a478891b19829319" providerId="LiveId" clId="{1BBE5865-0A23-4152-A4B2-9E44D2112367}" dt="2026-06-07T19:36:22.961" v="84" actId="478"/>
          <ac:spMkLst>
            <pc:docMk/>
            <pc:sldMk cId="1086140164" sldId="259"/>
            <ac:spMk id="208" creationId="{BC2CECE9-FDBA-67F1-C5F8-C72A2277FD2B}"/>
          </ac:spMkLst>
        </pc:spChg>
        <pc:spChg chg="del">
          <ac:chgData name="Girish Gajwani" userId="a478891b19829319" providerId="LiveId" clId="{1BBE5865-0A23-4152-A4B2-9E44D2112367}" dt="2026-06-07T19:36:21.989" v="83" actId="478"/>
          <ac:spMkLst>
            <pc:docMk/>
            <pc:sldMk cId="1086140164" sldId="259"/>
            <ac:spMk id="209" creationId="{D9DB2F36-81CE-28CE-B21A-20FF16AA4A4C}"/>
          </ac:spMkLst>
        </pc:spChg>
        <pc:spChg chg="del">
          <ac:chgData name="Girish Gajwani" userId="a478891b19829319" providerId="LiveId" clId="{1BBE5865-0A23-4152-A4B2-9E44D2112367}" dt="2026-06-07T19:36:20.940" v="82" actId="478"/>
          <ac:spMkLst>
            <pc:docMk/>
            <pc:sldMk cId="1086140164" sldId="259"/>
            <ac:spMk id="211" creationId="{219C8BBD-9DFE-2169-921F-5EE2B4DC0218}"/>
          </ac:spMkLst>
        </pc:spChg>
        <pc:spChg chg="del">
          <ac:chgData name="Girish Gajwani" userId="a478891b19829319" providerId="LiveId" clId="{1BBE5865-0A23-4152-A4B2-9E44D2112367}" dt="2026-06-07T19:36:19.980" v="81" actId="478"/>
          <ac:spMkLst>
            <pc:docMk/>
            <pc:sldMk cId="1086140164" sldId="259"/>
            <ac:spMk id="212" creationId="{0D8B671A-68E7-B4AF-281B-01B5388B402F}"/>
          </ac:spMkLst>
        </pc:spChg>
        <pc:spChg chg="del">
          <ac:chgData name="Girish Gajwani" userId="a478891b19829319" providerId="LiveId" clId="{1BBE5865-0A23-4152-A4B2-9E44D2112367}" dt="2026-06-07T19:36:19.042" v="80" actId="478"/>
          <ac:spMkLst>
            <pc:docMk/>
            <pc:sldMk cId="1086140164" sldId="259"/>
            <ac:spMk id="214" creationId="{588426B0-9954-81EA-3C58-7E5F5D911C71}"/>
          </ac:spMkLst>
        </pc:spChg>
        <pc:spChg chg="del">
          <ac:chgData name="Girish Gajwani" userId="a478891b19829319" providerId="LiveId" clId="{1BBE5865-0A23-4152-A4B2-9E44D2112367}" dt="2026-06-07T19:36:16.932" v="79" actId="478"/>
          <ac:spMkLst>
            <pc:docMk/>
            <pc:sldMk cId="1086140164" sldId="259"/>
            <ac:spMk id="215" creationId="{2544678F-E001-BC2D-FF91-EC940CF043EF}"/>
          </ac:spMkLst>
        </pc:spChg>
        <pc:spChg chg="del">
          <ac:chgData name="Girish Gajwani" userId="a478891b19829319" providerId="LiveId" clId="{1BBE5865-0A23-4152-A4B2-9E44D2112367}" dt="2026-06-07T19:36:24.155" v="85" actId="478"/>
          <ac:spMkLst>
            <pc:docMk/>
            <pc:sldMk cId="1086140164" sldId="259"/>
            <ac:spMk id="217" creationId="{56477B45-3C39-93C9-38FE-411712AA5191}"/>
          </ac:spMkLst>
        </pc:spChg>
        <pc:spChg chg="del mod">
          <ac:chgData name="Girish Gajwani" userId="a478891b19829319" providerId="LiveId" clId="{1BBE5865-0A23-4152-A4B2-9E44D2112367}" dt="2026-06-07T19:36:27.901" v="87" actId="478"/>
          <ac:spMkLst>
            <pc:docMk/>
            <pc:sldMk cId="1086140164" sldId="259"/>
            <ac:spMk id="218" creationId="{79EA93AD-DD6E-6C42-61AD-88596EE36174}"/>
          </ac:spMkLst>
        </pc:spChg>
        <pc:spChg chg="add del">
          <ac:chgData name="Girish Gajwani" userId="a478891b19829319" providerId="LiveId" clId="{1BBE5865-0A23-4152-A4B2-9E44D2112367}" dt="2026-06-07T19:38:25.318" v="155" actId="478"/>
          <ac:spMkLst>
            <pc:docMk/>
            <pc:sldMk cId="1086140164" sldId="259"/>
            <ac:spMk id="219" creationId="{C89D28E8-D988-8B9E-359D-A1DE02CD5F02}"/>
          </ac:spMkLst>
        </pc:spChg>
        <pc:spChg chg="mod">
          <ac:chgData name="Girish Gajwani" userId="a478891b19829319" providerId="LiveId" clId="{1BBE5865-0A23-4152-A4B2-9E44D2112367}" dt="2026-06-07T19:36:56.954" v="100" actId="20577"/>
          <ac:spMkLst>
            <pc:docMk/>
            <pc:sldMk cId="1086140164" sldId="259"/>
            <ac:spMk id="221" creationId="{17C076E4-666E-C4F9-0F5A-BF3E4F5AE83B}"/>
          </ac:spMkLst>
        </pc:spChg>
        <pc:spChg chg="mod">
          <ac:chgData name="Girish Gajwani" userId="a478891b19829319" providerId="LiveId" clId="{1BBE5865-0A23-4152-A4B2-9E44D2112367}" dt="2026-06-07T19:36:53.489" v="99" actId="20577"/>
          <ac:spMkLst>
            <pc:docMk/>
            <pc:sldMk cId="1086140164" sldId="259"/>
            <ac:spMk id="224" creationId="{02BE027E-EE01-DA9D-57BD-0FD100034182}"/>
          </ac:spMkLst>
        </pc:spChg>
        <pc:spChg chg="del">
          <ac:chgData name="Girish Gajwani" userId="a478891b19829319" providerId="LiveId" clId="{1BBE5865-0A23-4152-A4B2-9E44D2112367}" dt="2026-06-07T19:38:05.580" v="141" actId="478"/>
          <ac:spMkLst>
            <pc:docMk/>
            <pc:sldMk cId="1086140164" sldId="259"/>
            <ac:spMk id="225" creationId="{62CBF325-AE3B-78A3-68E0-807562068E42}"/>
          </ac:spMkLst>
        </pc:spChg>
        <pc:spChg chg="del">
          <ac:chgData name="Girish Gajwani" userId="a478891b19829319" providerId="LiveId" clId="{1BBE5865-0A23-4152-A4B2-9E44D2112367}" dt="2026-06-07T19:38:04.622" v="140" actId="478"/>
          <ac:spMkLst>
            <pc:docMk/>
            <pc:sldMk cId="1086140164" sldId="259"/>
            <ac:spMk id="226" creationId="{B48BEBFE-B751-82F0-86EB-C9CA3625D4D7}"/>
          </ac:spMkLst>
        </pc:spChg>
        <pc:spChg chg="del mod">
          <ac:chgData name="Girish Gajwani" userId="a478891b19829319" providerId="LiveId" clId="{1BBE5865-0A23-4152-A4B2-9E44D2112367}" dt="2026-06-07T19:38:03.697" v="139" actId="478"/>
          <ac:spMkLst>
            <pc:docMk/>
            <pc:sldMk cId="1086140164" sldId="259"/>
            <ac:spMk id="227" creationId="{B605739B-FA43-2B0A-CF7A-42D8DDE7DE53}"/>
          </ac:spMkLst>
        </pc:spChg>
        <pc:spChg chg="del">
          <ac:chgData name="Girish Gajwani" userId="a478891b19829319" providerId="LiveId" clId="{1BBE5865-0A23-4152-A4B2-9E44D2112367}" dt="2026-06-07T19:38:07.235" v="143" actId="478"/>
          <ac:spMkLst>
            <pc:docMk/>
            <pc:sldMk cId="1086140164" sldId="259"/>
            <ac:spMk id="228" creationId="{911B8544-51F6-5CFD-69CE-431411E3AA5C}"/>
          </ac:spMkLst>
        </pc:spChg>
        <pc:spChg chg="del">
          <ac:chgData name="Girish Gajwani" userId="a478891b19829319" providerId="LiveId" clId="{1BBE5865-0A23-4152-A4B2-9E44D2112367}" dt="2026-06-07T19:38:06.362" v="142" actId="478"/>
          <ac:spMkLst>
            <pc:docMk/>
            <pc:sldMk cId="1086140164" sldId="259"/>
            <ac:spMk id="229" creationId="{AC5E5197-0108-2D2F-698E-F984F16EDCBF}"/>
          </ac:spMkLst>
        </pc:spChg>
        <pc:spChg chg="del">
          <ac:chgData name="Girish Gajwani" userId="a478891b19829319" providerId="LiveId" clId="{1BBE5865-0A23-4152-A4B2-9E44D2112367}" dt="2026-06-07T19:38:09.065" v="145" actId="478"/>
          <ac:spMkLst>
            <pc:docMk/>
            <pc:sldMk cId="1086140164" sldId="259"/>
            <ac:spMk id="231" creationId="{857614B4-647A-A6AE-32A8-B613E7B8AD8E}"/>
          </ac:spMkLst>
        </pc:spChg>
        <pc:spChg chg="del">
          <ac:chgData name="Girish Gajwani" userId="a478891b19829319" providerId="LiveId" clId="{1BBE5865-0A23-4152-A4B2-9E44D2112367}" dt="2026-06-07T19:38:08.185" v="144" actId="478"/>
          <ac:spMkLst>
            <pc:docMk/>
            <pc:sldMk cId="1086140164" sldId="259"/>
            <ac:spMk id="232" creationId="{672924EA-9D73-FEF6-1BD4-851B78AF3458}"/>
          </ac:spMkLst>
        </pc:spChg>
        <pc:spChg chg="del">
          <ac:chgData name="Girish Gajwani" userId="a478891b19829319" providerId="LiveId" clId="{1BBE5865-0A23-4152-A4B2-9E44D2112367}" dt="2026-06-07T19:38:10.477" v="147" actId="478"/>
          <ac:spMkLst>
            <pc:docMk/>
            <pc:sldMk cId="1086140164" sldId="259"/>
            <ac:spMk id="234" creationId="{03D0A3F0-F12C-5FDA-4A78-A95ADC52F205}"/>
          </ac:spMkLst>
        </pc:spChg>
        <pc:spChg chg="del">
          <ac:chgData name="Girish Gajwani" userId="a478891b19829319" providerId="LiveId" clId="{1BBE5865-0A23-4152-A4B2-9E44D2112367}" dt="2026-06-07T19:38:09.729" v="146" actId="478"/>
          <ac:spMkLst>
            <pc:docMk/>
            <pc:sldMk cId="1086140164" sldId="259"/>
            <ac:spMk id="235" creationId="{6F9F6E06-37EF-9B92-5DC1-BB83427B5CFB}"/>
          </ac:spMkLst>
        </pc:spChg>
        <pc:spChg chg="del">
          <ac:chgData name="Girish Gajwani" userId="a478891b19829319" providerId="LiveId" clId="{1BBE5865-0A23-4152-A4B2-9E44D2112367}" dt="2026-06-07T19:38:12.281" v="149" actId="478"/>
          <ac:spMkLst>
            <pc:docMk/>
            <pc:sldMk cId="1086140164" sldId="259"/>
            <ac:spMk id="237" creationId="{A1B6F38F-B719-4BE5-2BB8-04C4C61BD8A1}"/>
          </ac:spMkLst>
        </pc:spChg>
        <pc:spChg chg="del">
          <ac:chgData name="Girish Gajwani" userId="a478891b19829319" providerId="LiveId" clId="{1BBE5865-0A23-4152-A4B2-9E44D2112367}" dt="2026-06-07T19:38:11.433" v="148" actId="478"/>
          <ac:spMkLst>
            <pc:docMk/>
            <pc:sldMk cId="1086140164" sldId="259"/>
            <ac:spMk id="238" creationId="{98636083-E96F-A1B4-6B62-9DFCA51C8C1D}"/>
          </ac:spMkLst>
        </pc:spChg>
        <pc:spChg chg="del">
          <ac:chgData name="Girish Gajwani" userId="a478891b19829319" providerId="LiveId" clId="{1BBE5865-0A23-4152-A4B2-9E44D2112367}" dt="2026-06-07T19:38:14.026" v="151" actId="478"/>
          <ac:spMkLst>
            <pc:docMk/>
            <pc:sldMk cId="1086140164" sldId="259"/>
            <ac:spMk id="240" creationId="{860A03B6-646C-4CCC-8AB6-5B959B5479A9}"/>
          </ac:spMkLst>
        </pc:spChg>
        <pc:spChg chg="del">
          <ac:chgData name="Girish Gajwani" userId="a478891b19829319" providerId="LiveId" clId="{1BBE5865-0A23-4152-A4B2-9E44D2112367}" dt="2026-06-07T19:38:13.248" v="150" actId="478"/>
          <ac:spMkLst>
            <pc:docMk/>
            <pc:sldMk cId="1086140164" sldId="259"/>
            <ac:spMk id="241" creationId="{B532DD2A-849E-CA3D-A072-9D571611962B}"/>
          </ac:spMkLst>
        </pc:spChg>
        <pc:spChg chg="del">
          <ac:chgData name="Girish Gajwani" userId="a478891b19829319" providerId="LiveId" clId="{1BBE5865-0A23-4152-A4B2-9E44D2112367}" dt="2026-06-07T19:38:16.040" v="152" actId="478"/>
          <ac:spMkLst>
            <pc:docMk/>
            <pc:sldMk cId="1086140164" sldId="259"/>
            <ac:spMk id="243" creationId="{BDB70800-F3B9-815B-5187-3A3B0930BE2A}"/>
          </ac:spMkLst>
        </pc:spChg>
        <pc:spChg chg="del mod">
          <ac:chgData name="Girish Gajwani" userId="a478891b19829319" providerId="LiveId" clId="{1BBE5865-0A23-4152-A4B2-9E44D2112367}" dt="2026-06-07T19:38:28.717" v="156" actId="478"/>
          <ac:spMkLst>
            <pc:docMk/>
            <pc:sldMk cId="1086140164" sldId="259"/>
            <ac:spMk id="244" creationId="{3863EBE1-EC59-802E-C87D-79237116BB4C}"/>
          </ac:spMkLst>
        </pc:spChg>
        <pc:spChg chg="add del">
          <ac:chgData name="Girish Gajwani" userId="a478891b19829319" providerId="LiveId" clId="{1BBE5865-0A23-4152-A4B2-9E44D2112367}" dt="2026-06-07T19:37:19.916" v="112" actId="478"/>
          <ac:spMkLst>
            <pc:docMk/>
            <pc:sldMk cId="1086140164" sldId="259"/>
            <ac:spMk id="245" creationId="{68F1BAF1-8F5D-86A9-788D-D85AE6AFE229}"/>
          </ac:spMkLst>
        </pc:spChg>
        <pc:spChg chg="mod">
          <ac:chgData name="Girish Gajwani" userId="a478891b19829319" providerId="LiveId" clId="{1BBE5865-0A23-4152-A4B2-9E44D2112367}" dt="2026-06-07T19:37:34.659" v="116" actId="20577"/>
          <ac:spMkLst>
            <pc:docMk/>
            <pc:sldMk cId="1086140164" sldId="259"/>
            <ac:spMk id="247" creationId="{8FCC7D12-5F8C-1D6C-52E4-645D7F9EECD0}"/>
          </ac:spMkLst>
        </pc:spChg>
        <pc:spChg chg="del">
          <ac:chgData name="Girish Gajwani" userId="a478891b19829319" providerId="LiveId" clId="{1BBE5865-0A23-4152-A4B2-9E44D2112367}" dt="2026-06-07T19:37:01.641" v="101" actId="478"/>
          <ac:spMkLst>
            <pc:docMk/>
            <pc:sldMk cId="1086140164" sldId="259"/>
            <ac:spMk id="249" creationId="{4E474918-87FE-E0E1-AADD-16F5B6526EB6}"/>
          </ac:spMkLst>
        </pc:spChg>
        <pc:spChg chg="mod">
          <ac:chgData name="Girish Gajwani" userId="a478891b19829319" providerId="LiveId" clId="{1BBE5865-0A23-4152-A4B2-9E44D2112367}" dt="2026-06-07T19:37:03.826" v="102" actId="20577"/>
          <ac:spMkLst>
            <pc:docMk/>
            <pc:sldMk cId="1086140164" sldId="259"/>
            <ac:spMk id="250" creationId="{FEEEFE1B-F274-CCF2-B38A-56CA6EAE1D7C}"/>
          </ac:spMkLst>
        </pc:spChg>
        <pc:spChg chg="mod">
          <ac:chgData name="Girish Gajwani" userId="a478891b19829319" providerId="LiveId" clId="{1BBE5865-0A23-4152-A4B2-9E44D2112367}" dt="2026-06-07T19:37:06.187" v="103" actId="20577"/>
          <ac:spMkLst>
            <pc:docMk/>
            <pc:sldMk cId="1086140164" sldId="259"/>
            <ac:spMk id="253" creationId="{B454389D-0221-334F-BA65-AB3ACFCAAF8B}"/>
          </ac:spMkLst>
        </pc:spChg>
        <pc:spChg chg="del">
          <ac:chgData name="Girish Gajwani" userId="a478891b19829319" providerId="LiveId" clId="{1BBE5865-0A23-4152-A4B2-9E44D2112367}" dt="2026-06-07T19:37:10.312" v="105" actId="478"/>
          <ac:spMkLst>
            <pc:docMk/>
            <pc:sldMk cId="1086140164" sldId="259"/>
            <ac:spMk id="254" creationId="{8D025C9C-A022-C379-5757-8FB959614ABD}"/>
          </ac:spMkLst>
        </pc:spChg>
        <pc:spChg chg="del">
          <ac:chgData name="Girish Gajwani" userId="a478891b19829319" providerId="LiveId" clId="{1BBE5865-0A23-4152-A4B2-9E44D2112367}" dt="2026-06-07T19:37:09.452" v="104" actId="478"/>
          <ac:spMkLst>
            <pc:docMk/>
            <pc:sldMk cId="1086140164" sldId="259"/>
            <ac:spMk id="255" creationId="{D0B1A685-ECBA-425F-DEBD-4E890C82BE3C}"/>
          </ac:spMkLst>
        </pc:spChg>
        <pc:spChg chg="del">
          <ac:chgData name="Girish Gajwani" userId="a478891b19829319" providerId="LiveId" clId="{1BBE5865-0A23-4152-A4B2-9E44D2112367}" dt="2026-06-07T19:37:12.239" v="107" actId="478"/>
          <ac:spMkLst>
            <pc:docMk/>
            <pc:sldMk cId="1086140164" sldId="259"/>
            <ac:spMk id="257" creationId="{54EAB047-0242-0A7C-6EDB-AD3FD5F8F826}"/>
          </ac:spMkLst>
        </pc:spChg>
        <pc:spChg chg="del">
          <ac:chgData name="Girish Gajwani" userId="a478891b19829319" providerId="LiveId" clId="{1BBE5865-0A23-4152-A4B2-9E44D2112367}" dt="2026-06-07T19:37:11.304" v="106" actId="478"/>
          <ac:spMkLst>
            <pc:docMk/>
            <pc:sldMk cId="1086140164" sldId="259"/>
            <ac:spMk id="258" creationId="{0D5F88D2-DD1D-9E75-52D8-BF9BEE0A617E}"/>
          </ac:spMkLst>
        </pc:spChg>
        <pc:spChg chg="del">
          <ac:chgData name="Girish Gajwani" userId="a478891b19829319" providerId="LiveId" clId="{1BBE5865-0A23-4152-A4B2-9E44D2112367}" dt="2026-06-07T19:37:13.792" v="109" actId="478"/>
          <ac:spMkLst>
            <pc:docMk/>
            <pc:sldMk cId="1086140164" sldId="259"/>
            <ac:spMk id="260" creationId="{F2892F0A-6076-DF44-57A6-483BFA9CF6BA}"/>
          </ac:spMkLst>
        </pc:spChg>
        <pc:spChg chg="del">
          <ac:chgData name="Girish Gajwani" userId="a478891b19829319" providerId="LiveId" clId="{1BBE5865-0A23-4152-A4B2-9E44D2112367}" dt="2026-06-07T19:37:12.901" v="108" actId="478"/>
          <ac:spMkLst>
            <pc:docMk/>
            <pc:sldMk cId="1086140164" sldId="259"/>
            <ac:spMk id="261" creationId="{53653AFD-58C3-A733-4AE6-779224BBF4C1}"/>
          </ac:spMkLst>
        </pc:spChg>
        <pc:spChg chg="del">
          <ac:chgData name="Girish Gajwani" userId="a478891b19829319" providerId="LiveId" clId="{1BBE5865-0A23-4152-A4B2-9E44D2112367}" dt="2026-06-07T19:37:29.479" v="115" actId="478"/>
          <ac:spMkLst>
            <pc:docMk/>
            <pc:sldMk cId="1086140164" sldId="259"/>
            <ac:spMk id="263" creationId="{C96CA470-4631-871D-27A3-20120C371154}"/>
          </ac:spMkLst>
        </pc:spChg>
        <pc:spChg chg="del">
          <ac:chgData name="Girish Gajwani" userId="a478891b19829319" providerId="LiveId" clId="{1BBE5865-0A23-4152-A4B2-9E44D2112367}" dt="2026-06-07T19:37:28.422" v="114" actId="478"/>
          <ac:spMkLst>
            <pc:docMk/>
            <pc:sldMk cId="1086140164" sldId="259"/>
            <ac:spMk id="264" creationId="{DA4ABEF8-A049-B883-1217-0FBC6F7A326E}"/>
          </ac:spMkLst>
        </pc:spChg>
        <pc:spChg chg="del">
          <ac:chgData name="Girish Gajwani" userId="a478891b19829319" providerId="LiveId" clId="{1BBE5865-0A23-4152-A4B2-9E44D2112367}" dt="2026-06-07T19:37:16.112" v="110" actId="478"/>
          <ac:spMkLst>
            <pc:docMk/>
            <pc:sldMk cId="1086140164" sldId="259"/>
            <ac:spMk id="266" creationId="{931085A0-8727-268F-7F72-36C17C021B45}"/>
          </ac:spMkLst>
        </pc:spChg>
        <pc:spChg chg="del">
          <ac:chgData name="Girish Gajwani" userId="a478891b19829319" providerId="LiveId" clId="{1BBE5865-0A23-4152-A4B2-9E44D2112367}" dt="2026-06-07T19:37:27.065" v="113" actId="478"/>
          <ac:spMkLst>
            <pc:docMk/>
            <pc:sldMk cId="1086140164" sldId="259"/>
            <ac:spMk id="267" creationId="{99DAF9CC-7965-BD3D-A550-2917D354FA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60711-E353-445A-939D-2B42B7646CB8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B0E56D-11FC-4EE4-9889-13D93312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23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804A0-FA20-3F2C-F912-20A89D6D9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96BB4-A3ED-A11C-FEC8-03283523D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774BF-E478-E2A3-8648-185F3280B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4ABD3-13FA-C5C5-6930-F328C7B16A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01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583F2-D7BB-C508-5F75-7F87C0AFD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4D20D-A6B2-C91F-E5E8-B08278D86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88BBC-10A2-1B11-5BF7-9F90F61DF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0FC7-12FB-4ED6-93CD-A632E949E407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254B4-CD4B-042B-4844-DD4FBEF7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F26BF-EA4D-48CB-0FA3-82041E72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AE9A-CC3F-4326-B623-FD3A7CAD1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9FAD1-731C-D66B-8CA2-31C0888AB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63EE8-19E7-6F08-285C-91198D2F7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EB2D5-9350-4842-C377-40D78DFC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0FC7-12FB-4ED6-93CD-A632E949E407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A7322-C368-F5A8-B4BF-32302A4F6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01CBF-E433-0B8E-D2B7-1F94F709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AE9A-CC3F-4326-B623-FD3A7CAD1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02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843DF-9188-D994-CFB8-3147DAD01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1F52D-9FEE-004A-D65D-5179171C7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0B45C-59A7-59CA-6CBF-C8B3A9184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0FC7-12FB-4ED6-93CD-A632E949E407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96CFB-749D-9352-5A98-EF2FA19D0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6B850-19B4-64EC-87A2-91C58E04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AE9A-CC3F-4326-B623-FD3A7CAD1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32658-18E3-1C72-BEF0-74633A3B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D1AB-706D-8EBA-D234-53A2D146E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90D82-1BD6-A072-4BD3-040FD2114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75236-35E4-091D-39AA-20FCF0FA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0FC7-12FB-4ED6-93CD-A632E949E407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4ADC4-01BC-E0F1-15E5-29B8B6223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F5868-098E-AD66-8DEE-54D9A836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AE9A-CC3F-4326-B623-FD3A7CAD1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401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5C62-2140-ACFA-E0CE-1B46B9138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5D954-74F1-9EA7-52EF-5E3482FD5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48CB9-2DE0-00F1-D88D-23681D616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90A8CB-CA76-6F12-D3B6-3ED00F375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2925E9-60A8-5F65-159A-69B99A873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E5C012-369C-BF87-3727-9D4C9B5B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0FC7-12FB-4ED6-93CD-A632E949E407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9666DB-F770-0B8D-5456-0B76C52E2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F1037A-7C95-635F-4ACC-1E68F7A56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AE9A-CC3F-4326-B623-FD3A7CAD1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3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BD97-7B77-2563-1B6F-FEAA5F21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DB3D4-0481-DF02-0EA9-CC5AE81C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0FC7-12FB-4ED6-93CD-A632E949E407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29010-62FE-E96E-F21C-B4D0931BC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D7C1E-2B82-F451-30EF-D88546206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AE9A-CC3F-4326-B623-FD3A7CAD1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87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5F5B7-17B0-95FD-F523-E8252B2CE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0FC7-12FB-4ED6-93CD-A632E949E407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4D7405-9A9E-4E17-9F39-1AF55227B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FD323-7C0B-2DE8-177F-91B5B371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AE9A-CC3F-4326-B623-FD3A7CAD1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16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9A657-4D8E-E489-2548-4C4EE5C98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4C11A-5BC2-74AC-E982-267576804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F4BAE-30AE-9476-D5F2-673393056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B9D0C-5BA3-C446-8647-CB321A569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0FC7-12FB-4ED6-93CD-A632E949E407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2D102-BCE6-412F-430D-C05009DD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19A47-0B67-3790-3542-E3EC782F3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AE9A-CC3F-4326-B623-FD3A7CAD1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6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5233-16E8-08EC-6B33-DB174EF88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8D9956-38D9-5AE7-1862-707B9E8F0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27943-C4B5-6F51-03FC-BA58433FE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100DB-1D32-596F-2C4C-BEA2FD2E8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0FC7-12FB-4ED6-93CD-A632E949E407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B8279-7790-376A-CBB8-1FF005E94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5DF15-A875-9FDF-F3D4-2F1389E4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AE9A-CC3F-4326-B623-FD3A7CAD1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59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370B-D9EB-D8A6-9F70-60BA016B2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DD6D94-E75D-4C97-8F93-08367DF5C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03FFB-0CEF-F32D-6659-7615FBD07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0FC7-12FB-4ED6-93CD-A632E949E407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EF5F8-CABE-66F9-CC1F-E19269B94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6B936-A754-70E8-4A0A-06482B6B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AE9A-CC3F-4326-B623-FD3A7CAD1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0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2D3C07-1E81-BEA2-FAB1-1418C51C5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10F4E-B935-61ED-5CE9-C29F4FB51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9F304-DD80-80A9-FC57-9F82C25D3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0FC7-12FB-4ED6-93CD-A632E949E407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75EBE-43DB-ACCA-7861-CFF6D4C81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B5510-A83D-D35B-E84B-FA2E9642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AE9A-CC3F-4326-B623-FD3A7CAD1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21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94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FDACD7-E32E-336D-CFE8-377716D73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BBCC3-37C9-B076-A6DE-FCDE5D041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632C6-E277-5B89-6E82-E413891524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20FC7-12FB-4ED6-93CD-A632E949E407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283ED-1B44-C7E7-8E2D-5792318A5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8CFFF-B575-D498-8879-4C9A6AB55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EAE9A-CC3F-4326-B623-FD3A7CAD1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8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60220-838E-C0EE-6B9B-977278CE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82C38A-86BA-EB74-7E42-ED7759AE69C1}"/>
              </a:ext>
            </a:extLst>
          </p:cNvPr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9FD6E75-8AE0-44D1-B931-51D76D418F71}"/>
              </a:ext>
            </a:extLst>
          </p:cNvPr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1AC2645-54F6-38D3-2219-417337876D9B}"/>
              </a:ext>
            </a:extLst>
          </p:cNvPr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B4B4E11-B9FF-C9F8-B49A-C0CDC1E4A63B}"/>
              </a:ext>
            </a:extLst>
          </p:cNvPr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826F94D-021D-3B6E-3965-8DA162F1D263}"/>
              </a:ext>
            </a:extLst>
          </p:cNvPr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034A543-F066-1DF5-6561-C72763CA683D}"/>
              </a:ext>
            </a:extLst>
          </p:cNvPr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9525CA5-76FA-24BE-4F32-EF51CAA7A07A}"/>
              </a:ext>
            </a:extLst>
          </p:cNvPr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1012345-51B7-6A88-A12E-E28C08B366C4}"/>
              </a:ext>
            </a:extLst>
          </p:cNvPr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0E73208-4BDA-9E38-BB59-401E3C8109F5}"/>
              </a:ext>
            </a:extLst>
          </p:cNvPr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4029E61-BC28-5618-E0C2-BF05C48174B9}"/>
              </a:ext>
            </a:extLst>
          </p:cNvPr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2163FF4-8A9C-9016-54E8-3A0BB0624AFF}"/>
              </a:ext>
            </a:extLst>
          </p:cNvPr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0EB7A0F-9926-7EAA-808A-AD07F12FC18E}"/>
              </a:ext>
            </a:extLst>
          </p:cNvPr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1C343EE-2057-5310-8447-84195B19BA97}"/>
              </a:ext>
            </a:extLst>
          </p:cNvPr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705FEB4-D0EB-7DE9-136F-735AEA71DFC2}"/>
              </a:ext>
            </a:extLst>
          </p:cNvPr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CD09C01-380A-7CD2-5D2E-8001700715F3}"/>
              </a:ext>
            </a:extLst>
          </p:cNvPr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79299B3-E4ED-357A-9488-3003CE10E3BC}"/>
              </a:ext>
            </a:extLst>
          </p:cNvPr>
          <p:cNvSpPr/>
          <p:nvPr/>
        </p:nvSpPr>
        <p:spPr>
          <a:xfrm>
            <a:off x="73152" y="0"/>
            <a:ext cx="27432" cy="68580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D766DD7-9E8D-375F-331A-5024B4C2CB8A}"/>
              </a:ext>
            </a:extLst>
          </p:cNvPr>
          <p:cNvSpPr/>
          <p:nvPr/>
        </p:nvSpPr>
        <p:spPr>
          <a:xfrm>
            <a:off x="128016" y="0"/>
            <a:ext cx="18288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43A83EC-1B86-3244-A143-FBC05078B4CA}"/>
              </a:ext>
            </a:extLst>
          </p:cNvPr>
          <p:cNvSpPr/>
          <p:nvPr/>
        </p:nvSpPr>
        <p:spPr>
          <a:xfrm>
            <a:off x="228600" y="5486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4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ARIA  //  DETAILED RISK STRATEGY ROADMAP</a:t>
            </a:r>
            <a:endParaRPr lang="en-US" sz="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8333D7A-880D-F475-2DBD-670666A918C1}"/>
              </a:ext>
            </a:extLst>
          </p:cNvPr>
          <p:cNvSpPr/>
          <p:nvPr/>
        </p:nvSpPr>
        <p:spPr>
          <a:xfrm>
            <a:off x="228600" y="23774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 Analytics Risk Intelligence Architecture  ·  24-Month Delivery Plan  ·  Jun 2026 – May 2028</a:t>
            </a:r>
            <a:endParaRPr lang="en-US" sz="9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864C076-9F41-EA9A-B117-D669A207DEB9}"/>
              </a:ext>
            </a:extLst>
          </p:cNvPr>
          <p:cNvSpPr/>
          <p:nvPr/>
        </p:nvSpPr>
        <p:spPr>
          <a:xfrm>
            <a:off x="1097280" y="457200"/>
            <a:ext cx="2679192" cy="25603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8A6699E-BD79-86BC-AC18-E2173AF9BEE7}"/>
              </a:ext>
            </a:extLst>
          </p:cNvPr>
          <p:cNvSpPr/>
          <p:nvPr/>
        </p:nvSpPr>
        <p:spPr>
          <a:xfrm>
            <a:off x="1152144" y="457200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</a:t>
            </a:r>
            <a:endParaRPr lang="en-US" sz="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5C3ECD8-B35B-BCDB-ECA6-E015CC628E3D}"/>
              </a:ext>
            </a:extLst>
          </p:cNvPr>
          <p:cNvSpPr/>
          <p:nvPr/>
        </p:nvSpPr>
        <p:spPr>
          <a:xfrm>
            <a:off x="3813048" y="457200"/>
            <a:ext cx="2679192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431A68E-ABB6-2F3D-B804-4D3CC170E6EF}"/>
              </a:ext>
            </a:extLst>
          </p:cNvPr>
          <p:cNvSpPr/>
          <p:nvPr/>
        </p:nvSpPr>
        <p:spPr>
          <a:xfrm>
            <a:off x="3867912" y="457200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Streaming Live</a:t>
            </a:r>
            <a:endParaRPr lang="en-US" sz="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EE51648-1575-0417-B8C9-7B887DDD7A0A}"/>
              </a:ext>
            </a:extLst>
          </p:cNvPr>
          <p:cNvSpPr/>
          <p:nvPr/>
        </p:nvSpPr>
        <p:spPr>
          <a:xfrm>
            <a:off x="6528816" y="457200"/>
            <a:ext cx="2679192" cy="25603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08636F7-83B4-7408-3421-703D6832B1C7}"/>
              </a:ext>
            </a:extLst>
          </p:cNvPr>
          <p:cNvSpPr/>
          <p:nvPr/>
        </p:nvSpPr>
        <p:spPr>
          <a:xfrm>
            <a:off x="6583680" y="457200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Store Retirement</a:t>
            </a:r>
            <a:endParaRPr lang="en-US" sz="8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C3853B7-0F08-7586-F97F-353B7A5701FE}"/>
              </a:ext>
            </a:extLst>
          </p:cNvPr>
          <p:cNvSpPr/>
          <p:nvPr/>
        </p:nvSpPr>
        <p:spPr>
          <a:xfrm>
            <a:off x="9244584" y="457200"/>
            <a:ext cx="267919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34DB86B-71E1-16D5-A52D-2B20D8A06F7F}"/>
              </a:ext>
            </a:extLst>
          </p:cNvPr>
          <p:cNvSpPr/>
          <p:nvPr/>
        </p:nvSpPr>
        <p:spPr>
          <a:xfrm>
            <a:off x="9299448" y="457200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Full Modernisation</a:t>
            </a:r>
            <a:endParaRPr lang="en-US" sz="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58B5F9F-0C9E-5D41-3F18-ED056409A9F1}"/>
              </a:ext>
            </a:extLst>
          </p:cNvPr>
          <p:cNvSpPr/>
          <p:nvPr/>
        </p:nvSpPr>
        <p:spPr>
          <a:xfrm>
            <a:off x="1097280" y="731520"/>
            <a:ext cx="1339596" cy="201168"/>
          </a:xfrm>
          <a:prstGeom prst="rect">
            <a:avLst/>
          </a:prstGeom>
          <a:solidFill>
            <a:srgbClr val="152236"/>
          </a:solidFill>
          <a:ln w="9525">
            <a:solidFill>
              <a:srgbClr val="00C8E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700CD60-C96E-7A3D-29A6-EEB36EC8ABBF}"/>
              </a:ext>
            </a:extLst>
          </p:cNvPr>
          <p:cNvSpPr/>
          <p:nvPr/>
        </p:nvSpPr>
        <p:spPr>
          <a:xfrm>
            <a:off x="1097280" y="731520"/>
            <a:ext cx="1339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7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B761AFB-0947-BBCF-95F1-46FCE5B5F4D9}"/>
              </a:ext>
            </a:extLst>
          </p:cNvPr>
          <p:cNvSpPr/>
          <p:nvPr/>
        </p:nvSpPr>
        <p:spPr>
          <a:xfrm>
            <a:off x="2455164" y="731520"/>
            <a:ext cx="1339596" cy="201168"/>
          </a:xfrm>
          <a:prstGeom prst="rect">
            <a:avLst/>
          </a:prstGeom>
          <a:solidFill>
            <a:srgbClr val="152236"/>
          </a:solidFill>
          <a:ln w="9525">
            <a:solidFill>
              <a:srgbClr val="00E5A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26B6D6F-70CC-F15A-25CC-690759473D7D}"/>
              </a:ext>
            </a:extLst>
          </p:cNvPr>
          <p:cNvSpPr/>
          <p:nvPr/>
        </p:nvSpPr>
        <p:spPr>
          <a:xfrm>
            <a:off x="2455164" y="731520"/>
            <a:ext cx="1339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7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D9E24AB-82BB-F764-92D4-82855698970A}"/>
              </a:ext>
            </a:extLst>
          </p:cNvPr>
          <p:cNvSpPr/>
          <p:nvPr/>
        </p:nvSpPr>
        <p:spPr>
          <a:xfrm>
            <a:off x="3813048" y="731520"/>
            <a:ext cx="1339596" cy="201168"/>
          </a:xfrm>
          <a:prstGeom prst="rect">
            <a:avLst/>
          </a:prstGeom>
          <a:solidFill>
            <a:srgbClr val="152236"/>
          </a:solidFill>
          <a:ln w="9525">
            <a:solidFill>
              <a:srgbClr val="7B61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B625CC1-15A5-3E3B-245C-680A21E78B97}"/>
              </a:ext>
            </a:extLst>
          </p:cNvPr>
          <p:cNvSpPr/>
          <p:nvPr/>
        </p:nvSpPr>
        <p:spPr>
          <a:xfrm>
            <a:off x="3813048" y="731520"/>
            <a:ext cx="1339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7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1851E30-D871-AD2D-A4BB-CBA90A258717}"/>
              </a:ext>
            </a:extLst>
          </p:cNvPr>
          <p:cNvSpPr/>
          <p:nvPr/>
        </p:nvSpPr>
        <p:spPr>
          <a:xfrm>
            <a:off x="5170932" y="731520"/>
            <a:ext cx="1339596" cy="201168"/>
          </a:xfrm>
          <a:prstGeom prst="rect">
            <a:avLst/>
          </a:prstGeom>
          <a:solidFill>
            <a:srgbClr val="152236"/>
          </a:solidFill>
          <a:ln w="9525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6C86994-50AB-1E92-1226-3FE2C5DF4197}"/>
              </a:ext>
            </a:extLst>
          </p:cNvPr>
          <p:cNvSpPr/>
          <p:nvPr/>
        </p:nvSpPr>
        <p:spPr>
          <a:xfrm>
            <a:off x="5170932" y="731520"/>
            <a:ext cx="1339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75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88678CB4-467D-A60B-A6B8-912EE5878144}"/>
              </a:ext>
            </a:extLst>
          </p:cNvPr>
          <p:cNvSpPr/>
          <p:nvPr/>
        </p:nvSpPr>
        <p:spPr>
          <a:xfrm>
            <a:off x="6528816" y="731520"/>
            <a:ext cx="1339596" cy="201168"/>
          </a:xfrm>
          <a:prstGeom prst="rect">
            <a:avLst/>
          </a:prstGeom>
          <a:solidFill>
            <a:srgbClr val="152236"/>
          </a:solidFill>
          <a:ln w="9525">
            <a:solidFill>
              <a:srgbClr val="00C8E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2FEDD55-E0FF-D0B5-8D98-E69D2EB5DBC7}"/>
              </a:ext>
            </a:extLst>
          </p:cNvPr>
          <p:cNvSpPr/>
          <p:nvPr/>
        </p:nvSpPr>
        <p:spPr>
          <a:xfrm>
            <a:off x="6528816" y="731520"/>
            <a:ext cx="1339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75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A581CFA-97AC-5412-3220-21D5FFAAB021}"/>
              </a:ext>
            </a:extLst>
          </p:cNvPr>
          <p:cNvSpPr/>
          <p:nvPr/>
        </p:nvSpPr>
        <p:spPr>
          <a:xfrm>
            <a:off x="7886700" y="731520"/>
            <a:ext cx="1339596" cy="201168"/>
          </a:xfrm>
          <a:prstGeom prst="rect">
            <a:avLst/>
          </a:prstGeom>
          <a:solidFill>
            <a:srgbClr val="152236"/>
          </a:solidFill>
          <a:ln w="9525">
            <a:solidFill>
              <a:srgbClr val="00E5A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401C485-4AF8-70EF-91AF-5CE7EC5814DD}"/>
              </a:ext>
            </a:extLst>
          </p:cNvPr>
          <p:cNvSpPr/>
          <p:nvPr/>
        </p:nvSpPr>
        <p:spPr>
          <a:xfrm>
            <a:off x="7886700" y="731520"/>
            <a:ext cx="1339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7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90C46D78-2AD4-FA83-50E0-F2B206D7A3A5}"/>
              </a:ext>
            </a:extLst>
          </p:cNvPr>
          <p:cNvSpPr/>
          <p:nvPr/>
        </p:nvSpPr>
        <p:spPr>
          <a:xfrm>
            <a:off x="9244584" y="731520"/>
            <a:ext cx="1339596" cy="201168"/>
          </a:xfrm>
          <a:prstGeom prst="rect">
            <a:avLst/>
          </a:prstGeom>
          <a:solidFill>
            <a:srgbClr val="152236"/>
          </a:solidFill>
          <a:ln w="9525">
            <a:solidFill>
              <a:srgbClr val="7B61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117917B5-A49A-A8BD-96EE-3A6D5D8E1F94}"/>
              </a:ext>
            </a:extLst>
          </p:cNvPr>
          <p:cNvSpPr/>
          <p:nvPr/>
        </p:nvSpPr>
        <p:spPr>
          <a:xfrm>
            <a:off x="9244584" y="731520"/>
            <a:ext cx="1339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2028</a:t>
            </a:r>
            <a:endParaRPr lang="en-US" sz="75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760209EF-09A8-878C-37D4-DC2476092369}"/>
              </a:ext>
            </a:extLst>
          </p:cNvPr>
          <p:cNvSpPr/>
          <p:nvPr/>
        </p:nvSpPr>
        <p:spPr>
          <a:xfrm>
            <a:off x="10602468" y="731520"/>
            <a:ext cx="1339596" cy="201168"/>
          </a:xfrm>
          <a:prstGeom prst="rect">
            <a:avLst/>
          </a:prstGeom>
          <a:solidFill>
            <a:srgbClr val="152236"/>
          </a:solidFill>
          <a:ln w="9525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B7C0B07-0743-FE58-8475-0A262D0ED139}"/>
              </a:ext>
            </a:extLst>
          </p:cNvPr>
          <p:cNvSpPr/>
          <p:nvPr/>
        </p:nvSpPr>
        <p:spPr>
          <a:xfrm>
            <a:off x="10602468" y="731520"/>
            <a:ext cx="1339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2028</a:t>
            </a:r>
            <a:endParaRPr lang="en-US" sz="75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3DE8ED2F-2810-B76A-BA0F-F19D9CD9E7EE}"/>
              </a:ext>
            </a:extLst>
          </p:cNvPr>
          <p:cNvSpPr/>
          <p:nvPr/>
        </p:nvSpPr>
        <p:spPr>
          <a:xfrm>
            <a:off x="1097280" y="950976"/>
            <a:ext cx="443484" cy="164592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F76D127-93F1-F3D0-7101-41E1564B139B}"/>
              </a:ext>
            </a:extLst>
          </p:cNvPr>
          <p:cNvSpPr/>
          <p:nvPr/>
        </p:nvSpPr>
        <p:spPr>
          <a:xfrm>
            <a:off x="1097280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5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D6A41EB-BD97-D8A3-05D1-854BD36E718A}"/>
              </a:ext>
            </a:extLst>
          </p:cNvPr>
          <p:cNvSpPr/>
          <p:nvPr/>
        </p:nvSpPr>
        <p:spPr>
          <a:xfrm>
            <a:off x="1549908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35D386DB-C2A5-5C20-BB83-5FDF6A615274}"/>
              </a:ext>
            </a:extLst>
          </p:cNvPr>
          <p:cNvSpPr/>
          <p:nvPr/>
        </p:nvSpPr>
        <p:spPr>
          <a:xfrm>
            <a:off x="2002536" y="950976"/>
            <a:ext cx="443484" cy="164592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7C3289FB-EEA3-3B80-40FD-5485A0569DB4}"/>
              </a:ext>
            </a:extLst>
          </p:cNvPr>
          <p:cNvSpPr/>
          <p:nvPr/>
        </p:nvSpPr>
        <p:spPr>
          <a:xfrm>
            <a:off x="2002536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65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F36D228-F98E-3B87-B989-4D931E4F8465}"/>
              </a:ext>
            </a:extLst>
          </p:cNvPr>
          <p:cNvSpPr/>
          <p:nvPr/>
        </p:nvSpPr>
        <p:spPr>
          <a:xfrm>
            <a:off x="2455164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65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5C1538A5-233E-F298-126F-066729067BEC}"/>
              </a:ext>
            </a:extLst>
          </p:cNvPr>
          <p:cNvSpPr/>
          <p:nvPr/>
        </p:nvSpPr>
        <p:spPr>
          <a:xfrm>
            <a:off x="2907792" y="950976"/>
            <a:ext cx="443484" cy="164592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F036CD24-C741-B2DD-4F32-5D6B57A056DF}"/>
              </a:ext>
            </a:extLst>
          </p:cNvPr>
          <p:cNvSpPr/>
          <p:nvPr/>
        </p:nvSpPr>
        <p:spPr>
          <a:xfrm>
            <a:off x="2907792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65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958C664-66A2-9C39-4C2F-FA405F8F4AAD}"/>
              </a:ext>
            </a:extLst>
          </p:cNvPr>
          <p:cNvSpPr/>
          <p:nvPr/>
        </p:nvSpPr>
        <p:spPr>
          <a:xfrm>
            <a:off x="3360420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65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8D904BFF-26EC-2FF9-4B08-1A23672B17A5}"/>
              </a:ext>
            </a:extLst>
          </p:cNvPr>
          <p:cNvSpPr/>
          <p:nvPr/>
        </p:nvSpPr>
        <p:spPr>
          <a:xfrm>
            <a:off x="3813048" y="950976"/>
            <a:ext cx="443484" cy="164592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E3E7DD1E-3F13-9F4E-FB08-5A605FDBB72B}"/>
              </a:ext>
            </a:extLst>
          </p:cNvPr>
          <p:cNvSpPr/>
          <p:nvPr/>
        </p:nvSpPr>
        <p:spPr>
          <a:xfrm>
            <a:off x="3813048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65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83E0A8AB-B25F-14C0-5781-957E33772CD3}"/>
              </a:ext>
            </a:extLst>
          </p:cNvPr>
          <p:cNvSpPr/>
          <p:nvPr/>
        </p:nvSpPr>
        <p:spPr>
          <a:xfrm>
            <a:off x="4265676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65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D4B047CA-AEEA-90E2-3FBE-D7ED1A46A9BC}"/>
              </a:ext>
            </a:extLst>
          </p:cNvPr>
          <p:cNvSpPr/>
          <p:nvPr/>
        </p:nvSpPr>
        <p:spPr>
          <a:xfrm>
            <a:off x="4718304" y="950976"/>
            <a:ext cx="443484" cy="164592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A627FAFD-3DE9-2A6A-F6C5-D8720BE3EB3D}"/>
              </a:ext>
            </a:extLst>
          </p:cNvPr>
          <p:cNvSpPr/>
          <p:nvPr/>
        </p:nvSpPr>
        <p:spPr>
          <a:xfrm>
            <a:off x="4718304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65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65E7A8B3-7C66-7276-A8DA-256A3D835CF7}"/>
              </a:ext>
            </a:extLst>
          </p:cNvPr>
          <p:cNvSpPr/>
          <p:nvPr/>
        </p:nvSpPr>
        <p:spPr>
          <a:xfrm>
            <a:off x="5170932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6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AE5DEB7B-B795-5AFC-362E-2A10D708081A}"/>
              </a:ext>
            </a:extLst>
          </p:cNvPr>
          <p:cNvSpPr/>
          <p:nvPr/>
        </p:nvSpPr>
        <p:spPr>
          <a:xfrm>
            <a:off x="5623560" y="950976"/>
            <a:ext cx="443484" cy="164592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FB49E9A2-B873-5C56-237C-7585DC5FFBC9}"/>
              </a:ext>
            </a:extLst>
          </p:cNvPr>
          <p:cNvSpPr/>
          <p:nvPr/>
        </p:nvSpPr>
        <p:spPr>
          <a:xfrm>
            <a:off x="5623560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65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5997AA28-38CB-DE64-C611-47348E8FD0CC}"/>
              </a:ext>
            </a:extLst>
          </p:cNvPr>
          <p:cNvSpPr/>
          <p:nvPr/>
        </p:nvSpPr>
        <p:spPr>
          <a:xfrm>
            <a:off x="6076188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65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A47FA1DB-C00C-FC41-8CC5-72F8069C798D}"/>
              </a:ext>
            </a:extLst>
          </p:cNvPr>
          <p:cNvSpPr/>
          <p:nvPr/>
        </p:nvSpPr>
        <p:spPr>
          <a:xfrm>
            <a:off x="6528816" y="950976"/>
            <a:ext cx="443484" cy="164592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3A572CF8-7D93-A842-EBDD-9D720AB6162D}"/>
              </a:ext>
            </a:extLst>
          </p:cNvPr>
          <p:cNvSpPr/>
          <p:nvPr/>
        </p:nvSpPr>
        <p:spPr>
          <a:xfrm>
            <a:off x="6528816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50" dirty="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FAE9D4EE-B340-F3C1-23F8-C8ACD315BE41}"/>
              </a:ext>
            </a:extLst>
          </p:cNvPr>
          <p:cNvSpPr/>
          <p:nvPr/>
        </p:nvSpPr>
        <p:spPr>
          <a:xfrm>
            <a:off x="6981444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5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9741703A-929C-3359-B3A7-166B807B2405}"/>
              </a:ext>
            </a:extLst>
          </p:cNvPr>
          <p:cNvSpPr/>
          <p:nvPr/>
        </p:nvSpPr>
        <p:spPr>
          <a:xfrm>
            <a:off x="7434072" y="950976"/>
            <a:ext cx="443484" cy="164592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508CD455-4143-14AF-A3AD-470286CDD7A2}"/>
              </a:ext>
            </a:extLst>
          </p:cNvPr>
          <p:cNvSpPr/>
          <p:nvPr/>
        </p:nvSpPr>
        <p:spPr>
          <a:xfrm>
            <a:off x="7434072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65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20B9209E-E628-ECF4-A390-33BB0A1E312C}"/>
              </a:ext>
            </a:extLst>
          </p:cNvPr>
          <p:cNvSpPr/>
          <p:nvPr/>
        </p:nvSpPr>
        <p:spPr>
          <a:xfrm>
            <a:off x="7886700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65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973DEBB0-CFE4-3821-EBF2-A9C3D74CBF21}"/>
              </a:ext>
            </a:extLst>
          </p:cNvPr>
          <p:cNvSpPr/>
          <p:nvPr/>
        </p:nvSpPr>
        <p:spPr>
          <a:xfrm>
            <a:off x="8339328" y="950976"/>
            <a:ext cx="443484" cy="164592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E1E319E8-B1C5-36D9-52F2-AB61EA248656}"/>
              </a:ext>
            </a:extLst>
          </p:cNvPr>
          <p:cNvSpPr/>
          <p:nvPr/>
        </p:nvSpPr>
        <p:spPr>
          <a:xfrm>
            <a:off x="8339328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65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0B1525D3-800E-AAFB-729A-EC81BE5300D2}"/>
              </a:ext>
            </a:extLst>
          </p:cNvPr>
          <p:cNvSpPr/>
          <p:nvPr/>
        </p:nvSpPr>
        <p:spPr>
          <a:xfrm>
            <a:off x="8791956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650" dirty="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94D0B428-721D-544D-AC28-A2ECBC7EB164}"/>
              </a:ext>
            </a:extLst>
          </p:cNvPr>
          <p:cNvSpPr/>
          <p:nvPr/>
        </p:nvSpPr>
        <p:spPr>
          <a:xfrm>
            <a:off x="9244584" y="950976"/>
            <a:ext cx="443484" cy="164592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091DF523-16B5-061D-DF16-228EAC5302C6}"/>
              </a:ext>
            </a:extLst>
          </p:cNvPr>
          <p:cNvSpPr/>
          <p:nvPr/>
        </p:nvSpPr>
        <p:spPr>
          <a:xfrm>
            <a:off x="9244584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650" dirty="0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EB20D229-E870-5A68-EE80-6A347145918E}"/>
              </a:ext>
            </a:extLst>
          </p:cNvPr>
          <p:cNvSpPr/>
          <p:nvPr/>
        </p:nvSpPr>
        <p:spPr>
          <a:xfrm>
            <a:off x="9697212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650" dirty="0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64972AC4-2681-3764-F544-AEEF59ECB8D1}"/>
              </a:ext>
            </a:extLst>
          </p:cNvPr>
          <p:cNvSpPr/>
          <p:nvPr/>
        </p:nvSpPr>
        <p:spPr>
          <a:xfrm>
            <a:off x="10149840" y="950976"/>
            <a:ext cx="443484" cy="164592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E48B806A-5EE7-17AA-E7F5-B2457A4232FF}"/>
              </a:ext>
            </a:extLst>
          </p:cNvPr>
          <p:cNvSpPr/>
          <p:nvPr/>
        </p:nvSpPr>
        <p:spPr>
          <a:xfrm>
            <a:off x="10149840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650" dirty="0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9F041414-7E70-3ECF-3882-96DBDAE3649F}"/>
              </a:ext>
            </a:extLst>
          </p:cNvPr>
          <p:cNvSpPr/>
          <p:nvPr/>
        </p:nvSpPr>
        <p:spPr>
          <a:xfrm>
            <a:off x="10602468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65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7005B8DD-3C9E-F89D-2ECA-8214229821C2}"/>
              </a:ext>
            </a:extLst>
          </p:cNvPr>
          <p:cNvSpPr/>
          <p:nvPr/>
        </p:nvSpPr>
        <p:spPr>
          <a:xfrm>
            <a:off x="11055096" y="950976"/>
            <a:ext cx="443484" cy="164592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D3370EA4-3252-54EC-A673-80FB68AF38E7}"/>
              </a:ext>
            </a:extLst>
          </p:cNvPr>
          <p:cNvSpPr/>
          <p:nvPr/>
        </p:nvSpPr>
        <p:spPr>
          <a:xfrm>
            <a:off x="11055096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650" dirty="0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D1AAAAE1-A98C-52EB-70F6-A3461F3DAE84}"/>
              </a:ext>
            </a:extLst>
          </p:cNvPr>
          <p:cNvSpPr/>
          <p:nvPr/>
        </p:nvSpPr>
        <p:spPr>
          <a:xfrm>
            <a:off x="11507724" y="95097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650" dirty="0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1C7C8771-9C97-841F-4868-8E523AA22A9D}"/>
              </a:ext>
            </a:extLst>
          </p:cNvPr>
          <p:cNvSpPr/>
          <p:nvPr/>
        </p:nvSpPr>
        <p:spPr>
          <a:xfrm>
            <a:off x="1097280" y="1115568"/>
            <a:ext cx="0" cy="5742432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114C15CD-E485-1FE0-BE56-C4868BD82047}"/>
              </a:ext>
            </a:extLst>
          </p:cNvPr>
          <p:cNvSpPr/>
          <p:nvPr/>
        </p:nvSpPr>
        <p:spPr>
          <a:xfrm>
            <a:off x="1549908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8E80CCA6-D1E3-0B92-5AE9-7682F66B14EE}"/>
              </a:ext>
            </a:extLst>
          </p:cNvPr>
          <p:cNvSpPr/>
          <p:nvPr/>
        </p:nvSpPr>
        <p:spPr>
          <a:xfrm>
            <a:off x="2002536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1FF46D1D-7F99-CFE1-283A-67ADFB4D6E41}"/>
              </a:ext>
            </a:extLst>
          </p:cNvPr>
          <p:cNvSpPr/>
          <p:nvPr/>
        </p:nvSpPr>
        <p:spPr>
          <a:xfrm>
            <a:off x="2455164" y="1115568"/>
            <a:ext cx="0" cy="5742432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DD40DBC5-96EA-07B1-9956-88D0AE20E5D3}"/>
              </a:ext>
            </a:extLst>
          </p:cNvPr>
          <p:cNvSpPr/>
          <p:nvPr/>
        </p:nvSpPr>
        <p:spPr>
          <a:xfrm>
            <a:off x="2907792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3995A396-A707-CCD2-965A-555AF2137CFD}"/>
              </a:ext>
            </a:extLst>
          </p:cNvPr>
          <p:cNvSpPr/>
          <p:nvPr/>
        </p:nvSpPr>
        <p:spPr>
          <a:xfrm>
            <a:off x="3360420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C96F57DA-80BB-8D39-4BE6-292B11F0BD0F}"/>
              </a:ext>
            </a:extLst>
          </p:cNvPr>
          <p:cNvSpPr/>
          <p:nvPr/>
        </p:nvSpPr>
        <p:spPr>
          <a:xfrm>
            <a:off x="3813048" y="1115568"/>
            <a:ext cx="0" cy="5742432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9DA325B7-2E29-75A5-AADB-1279368BB0A3}"/>
              </a:ext>
            </a:extLst>
          </p:cNvPr>
          <p:cNvSpPr/>
          <p:nvPr/>
        </p:nvSpPr>
        <p:spPr>
          <a:xfrm>
            <a:off x="4265676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3895D0EE-FA52-B33A-343F-54816758E417}"/>
              </a:ext>
            </a:extLst>
          </p:cNvPr>
          <p:cNvSpPr/>
          <p:nvPr/>
        </p:nvSpPr>
        <p:spPr>
          <a:xfrm>
            <a:off x="4718304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E2574B3E-6376-5158-D66C-BF025DBD17C1}"/>
              </a:ext>
            </a:extLst>
          </p:cNvPr>
          <p:cNvSpPr/>
          <p:nvPr/>
        </p:nvSpPr>
        <p:spPr>
          <a:xfrm>
            <a:off x="5170932" y="1115568"/>
            <a:ext cx="0" cy="5742432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1CF83997-728D-7ECD-9FA5-0476AA681E0E}"/>
              </a:ext>
            </a:extLst>
          </p:cNvPr>
          <p:cNvSpPr/>
          <p:nvPr/>
        </p:nvSpPr>
        <p:spPr>
          <a:xfrm>
            <a:off x="5623560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1E7D4625-7300-783E-C874-E5473EB804C5}"/>
              </a:ext>
            </a:extLst>
          </p:cNvPr>
          <p:cNvSpPr/>
          <p:nvPr/>
        </p:nvSpPr>
        <p:spPr>
          <a:xfrm>
            <a:off x="6076188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4825A77D-00F4-58FE-992A-9E80DD639679}"/>
              </a:ext>
            </a:extLst>
          </p:cNvPr>
          <p:cNvSpPr/>
          <p:nvPr/>
        </p:nvSpPr>
        <p:spPr>
          <a:xfrm>
            <a:off x="6528816" y="1115568"/>
            <a:ext cx="0" cy="5742432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C34E05E3-2553-7EB1-F63B-1C8EC2ED50D1}"/>
              </a:ext>
            </a:extLst>
          </p:cNvPr>
          <p:cNvSpPr/>
          <p:nvPr/>
        </p:nvSpPr>
        <p:spPr>
          <a:xfrm>
            <a:off x="6981444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B0F72492-755E-30BC-F110-5742F2D0B335}"/>
              </a:ext>
            </a:extLst>
          </p:cNvPr>
          <p:cNvSpPr/>
          <p:nvPr/>
        </p:nvSpPr>
        <p:spPr>
          <a:xfrm>
            <a:off x="7434072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F0FD9E40-75D0-1F29-F982-7B63C68C4802}"/>
              </a:ext>
            </a:extLst>
          </p:cNvPr>
          <p:cNvSpPr/>
          <p:nvPr/>
        </p:nvSpPr>
        <p:spPr>
          <a:xfrm>
            <a:off x="7886700" y="1115568"/>
            <a:ext cx="0" cy="5742432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44FDABAE-4630-CC6A-55EF-F1CAFD5785B7}"/>
              </a:ext>
            </a:extLst>
          </p:cNvPr>
          <p:cNvSpPr/>
          <p:nvPr/>
        </p:nvSpPr>
        <p:spPr>
          <a:xfrm>
            <a:off x="8339328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58AE7FA1-BEC8-516B-1338-803AA0F9F004}"/>
              </a:ext>
            </a:extLst>
          </p:cNvPr>
          <p:cNvSpPr/>
          <p:nvPr/>
        </p:nvSpPr>
        <p:spPr>
          <a:xfrm>
            <a:off x="8791956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A8C11AA4-7956-572A-6B1D-8EFD10241973}"/>
              </a:ext>
            </a:extLst>
          </p:cNvPr>
          <p:cNvSpPr/>
          <p:nvPr/>
        </p:nvSpPr>
        <p:spPr>
          <a:xfrm>
            <a:off x="9244584" y="1115568"/>
            <a:ext cx="0" cy="5742432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EE8DA8CF-556A-43D8-C3C7-FACD202FCB05}"/>
              </a:ext>
            </a:extLst>
          </p:cNvPr>
          <p:cNvSpPr/>
          <p:nvPr/>
        </p:nvSpPr>
        <p:spPr>
          <a:xfrm>
            <a:off x="9697212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FC13FB37-BC6A-1EC9-710B-509C2D1B4994}"/>
              </a:ext>
            </a:extLst>
          </p:cNvPr>
          <p:cNvSpPr/>
          <p:nvPr/>
        </p:nvSpPr>
        <p:spPr>
          <a:xfrm>
            <a:off x="10149840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F933979F-D50F-5B6E-6688-EEA61ACAEDEF}"/>
              </a:ext>
            </a:extLst>
          </p:cNvPr>
          <p:cNvSpPr/>
          <p:nvPr/>
        </p:nvSpPr>
        <p:spPr>
          <a:xfrm>
            <a:off x="10602468" y="1115568"/>
            <a:ext cx="0" cy="5742432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BCA9DB4C-FD6D-1F7E-1C15-B6E76B19E586}"/>
              </a:ext>
            </a:extLst>
          </p:cNvPr>
          <p:cNvSpPr/>
          <p:nvPr/>
        </p:nvSpPr>
        <p:spPr>
          <a:xfrm>
            <a:off x="11055096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B400F0D6-481E-5666-CECB-6DBF83FE03E2}"/>
              </a:ext>
            </a:extLst>
          </p:cNvPr>
          <p:cNvSpPr/>
          <p:nvPr/>
        </p:nvSpPr>
        <p:spPr>
          <a:xfrm>
            <a:off x="11507724" y="1115568"/>
            <a:ext cx="0" cy="5742432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CBDC14B4-2824-4E2A-7D60-C8DE449329E0}"/>
              </a:ext>
            </a:extLst>
          </p:cNvPr>
          <p:cNvSpPr/>
          <p:nvPr/>
        </p:nvSpPr>
        <p:spPr>
          <a:xfrm>
            <a:off x="11960352" y="1115568"/>
            <a:ext cx="0" cy="5742432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>
            <a:extLst>
              <a:ext uri="{FF2B5EF4-FFF2-40B4-BE49-F238E27FC236}">
                <a16:creationId xmlns:a16="http://schemas.microsoft.com/office/drawing/2014/main" id="{6D25B0D6-300B-59E5-714C-2A37CF217CEB}"/>
              </a:ext>
            </a:extLst>
          </p:cNvPr>
          <p:cNvSpPr/>
          <p:nvPr/>
        </p:nvSpPr>
        <p:spPr>
          <a:xfrm>
            <a:off x="1201384" y="1115568"/>
            <a:ext cx="0" cy="5669280"/>
          </a:xfrm>
          <a:prstGeom prst="line">
            <a:avLst/>
          </a:prstGeom>
          <a:noFill/>
          <a:ln w="19050">
            <a:solidFill>
              <a:srgbClr val="EAB30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031C69F8-19D1-87F6-05D4-08F090FF4D52}"/>
              </a:ext>
            </a:extLst>
          </p:cNvPr>
          <p:cNvSpPr/>
          <p:nvPr/>
        </p:nvSpPr>
        <p:spPr>
          <a:xfrm>
            <a:off x="1000216" y="1115568"/>
            <a:ext cx="402336" cy="16459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>
            <a:extLst>
              <a:ext uri="{FF2B5EF4-FFF2-40B4-BE49-F238E27FC236}">
                <a16:creationId xmlns:a16="http://schemas.microsoft.com/office/drawing/2014/main" id="{105C7E42-24C7-97AC-F66B-B9596BCBD684}"/>
              </a:ext>
            </a:extLst>
          </p:cNvPr>
          <p:cNvSpPr/>
          <p:nvPr/>
        </p:nvSpPr>
        <p:spPr>
          <a:xfrm>
            <a:off x="1000216" y="111556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650" dirty="0"/>
          </a:p>
        </p:txBody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23658892-931E-15DF-73F9-BAB927648B6F}"/>
              </a:ext>
            </a:extLst>
          </p:cNvPr>
          <p:cNvSpPr/>
          <p:nvPr/>
        </p:nvSpPr>
        <p:spPr>
          <a:xfrm>
            <a:off x="1097280" y="1298448"/>
            <a:ext cx="10863072" cy="844296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F632F0B0-12A9-FA8F-CAE9-28577826027E}"/>
              </a:ext>
            </a:extLst>
          </p:cNvPr>
          <p:cNvSpPr/>
          <p:nvPr/>
        </p:nvSpPr>
        <p:spPr>
          <a:xfrm>
            <a:off x="228600" y="1316736"/>
            <a:ext cx="822960" cy="807720"/>
          </a:xfrm>
          <a:prstGeom prst="rect">
            <a:avLst/>
          </a:prstGeom>
          <a:solidFill>
            <a:srgbClr val="152236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>
            <a:extLst>
              <a:ext uri="{FF2B5EF4-FFF2-40B4-BE49-F238E27FC236}">
                <a16:creationId xmlns:a16="http://schemas.microsoft.com/office/drawing/2014/main" id="{3741F67B-FD98-8E25-CF7E-C4D3374DF86B}"/>
              </a:ext>
            </a:extLst>
          </p:cNvPr>
          <p:cNvSpPr/>
          <p:nvPr/>
        </p:nvSpPr>
        <p:spPr>
          <a:xfrm>
            <a:off x="228600" y="1316736"/>
            <a:ext cx="822960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650" dirty="0"/>
          </a:p>
        </p:txBody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87AB89FA-DBE1-47D0-5052-6A84E5A5BB6D}"/>
              </a:ext>
            </a:extLst>
          </p:cNvPr>
          <p:cNvSpPr/>
          <p:nvPr/>
        </p:nvSpPr>
        <p:spPr>
          <a:xfrm>
            <a:off x="1133856" y="1488216"/>
            <a:ext cx="868680" cy="483047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C2F1A5AC-EEB6-42FB-40CD-43435851C08A}"/>
              </a:ext>
            </a:extLst>
          </p:cNvPr>
          <p:cNvSpPr/>
          <p:nvPr/>
        </p:nvSpPr>
        <p:spPr>
          <a:xfrm>
            <a:off x="1133856" y="1488216"/>
            <a:ext cx="868680" cy="1207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>
            <a:extLst>
              <a:ext uri="{FF2B5EF4-FFF2-40B4-BE49-F238E27FC236}">
                <a16:creationId xmlns:a16="http://schemas.microsoft.com/office/drawing/2014/main" id="{C45D05A7-261E-4163-F48B-CB2EFE21559B}"/>
              </a:ext>
            </a:extLst>
          </p:cNvPr>
          <p:cNvSpPr/>
          <p:nvPr/>
        </p:nvSpPr>
        <p:spPr>
          <a:xfrm>
            <a:off x="1170432" y="1497360"/>
            <a:ext cx="795528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117" name="Text 115">
            <a:extLst>
              <a:ext uri="{FF2B5EF4-FFF2-40B4-BE49-F238E27FC236}">
                <a16:creationId xmlns:a16="http://schemas.microsoft.com/office/drawing/2014/main" id="{35D6AAEA-4435-0F6D-986C-1BC2022AF335}"/>
              </a:ext>
            </a:extLst>
          </p:cNvPr>
          <p:cNvSpPr/>
          <p:nvPr/>
        </p:nvSpPr>
        <p:spPr>
          <a:xfrm>
            <a:off x="2075688" y="1497360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Symphony Non-PROD on Azure</a:t>
            </a:r>
            <a:endParaRPr lang="en-US" sz="700" dirty="0"/>
          </a:p>
        </p:txBody>
      </p:sp>
      <p:sp>
        <p:nvSpPr>
          <p:cNvPr id="120" name="Text 118">
            <a:extLst>
              <a:ext uri="{FF2B5EF4-FFF2-40B4-BE49-F238E27FC236}">
                <a16:creationId xmlns:a16="http://schemas.microsoft.com/office/drawing/2014/main" id="{5BD380BF-4108-6E17-2144-5A12D1E7EF55}"/>
              </a:ext>
            </a:extLst>
          </p:cNvPr>
          <p:cNvSpPr/>
          <p:nvPr/>
        </p:nvSpPr>
        <p:spPr>
          <a:xfrm>
            <a:off x="2528316" y="1497360"/>
            <a:ext cx="1700784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 Prod </a:t>
            </a:r>
            <a:r>
              <a:rPr lang="en-US" sz="700" b="1" dirty="0" err="1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miration</a:t>
            </a: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(parallel run)</a:t>
            </a:r>
            <a:endParaRPr lang="en-US" sz="700" dirty="0"/>
          </a:p>
        </p:txBody>
      </p:sp>
      <p:sp>
        <p:nvSpPr>
          <p:cNvPr id="123" name="Text 121">
            <a:extLst>
              <a:ext uri="{FF2B5EF4-FFF2-40B4-BE49-F238E27FC236}">
                <a16:creationId xmlns:a16="http://schemas.microsoft.com/office/drawing/2014/main" id="{DA926AA7-64AE-047D-CAAC-BD70A5F1F4B1}"/>
              </a:ext>
            </a:extLst>
          </p:cNvPr>
          <p:cNvSpPr/>
          <p:nvPr/>
        </p:nvSpPr>
        <p:spPr>
          <a:xfrm>
            <a:off x="4338828" y="1497360"/>
            <a:ext cx="795528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DataSynapse decommissioned</a:t>
            </a:r>
            <a:endParaRPr lang="en-US" sz="600" dirty="0"/>
          </a:p>
        </p:txBody>
      </p:sp>
      <p:sp>
        <p:nvSpPr>
          <p:cNvPr id="126" name="Text 124">
            <a:extLst>
              <a:ext uri="{FF2B5EF4-FFF2-40B4-BE49-F238E27FC236}">
                <a16:creationId xmlns:a16="http://schemas.microsoft.com/office/drawing/2014/main" id="{67B40F00-6E73-9AF5-1B68-CA0D339D6599}"/>
              </a:ext>
            </a:extLst>
          </p:cNvPr>
          <p:cNvSpPr/>
          <p:nvPr/>
        </p:nvSpPr>
        <p:spPr>
          <a:xfrm>
            <a:off x="4791456" y="1497360"/>
            <a:ext cx="1700784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servers migrated</a:t>
            </a:r>
            <a:endParaRPr lang="en-US" sz="700" dirty="0"/>
          </a:p>
        </p:txBody>
      </p:sp>
      <p:sp>
        <p:nvSpPr>
          <p:cNvPr id="129" name="Text 127">
            <a:extLst>
              <a:ext uri="{FF2B5EF4-FFF2-40B4-BE49-F238E27FC236}">
                <a16:creationId xmlns:a16="http://schemas.microsoft.com/office/drawing/2014/main" id="{C7B8D7A3-4A98-DA2E-7CB3-C3FC94FD04E4}"/>
              </a:ext>
            </a:extLst>
          </p:cNvPr>
          <p:cNvSpPr/>
          <p:nvPr/>
        </p:nvSpPr>
        <p:spPr>
          <a:xfrm>
            <a:off x="6601968" y="1497360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CycleCloud evaluation</a:t>
            </a:r>
            <a:endParaRPr lang="en-US" sz="700" dirty="0"/>
          </a:p>
        </p:txBody>
      </p:sp>
      <p:sp>
        <p:nvSpPr>
          <p:cNvPr id="132" name="Text 130">
            <a:extLst>
              <a:ext uri="{FF2B5EF4-FFF2-40B4-BE49-F238E27FC236}">
                <a16:creationId xmlns:a16="http://schemas.microsoft.com/office/drawing/2014/main" id="{0FCD4D45-7755-C149-5143-065BD0DA27A1}"/>
              </a:ext>
            </a:extLst>
          </p:cNvPr>
          <p:cNvSpPr/>
          <p:nvPr/>
        </p:nvSpPr>
        <p:spPr>
          <a:xfrm>
            <a:off x="7959852" y="1497360"/>
            <a:ext cx="1700784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 Core lifts to Azure</a:t>
            </a:r>
            <a:endParaRPr lang="en-US" sz="700" dirty="0"/>
          </a:p>
        </p:txBody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DF0A0A03-513C-A169-C1D3-40BA82ED0764}"/>
              </a:ext>
            </a:extLst>
          </p:cNvPr>
          <p:cNvSpPr/>
          <p:nvPr/>
        </p:nvSpPr>
        <p:spPr>
          <a:xfrm rot="2700000">
            <a:off x="3721608" y="1610868"/>
            <a:ext cx="182880" cy="1828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>
            <a:extLst>
              <a:ext uri="{FF2B5EF4-FFF2-40B4-BE49-F238E27FC236}">
                <a16:creationId xmlns:a16="http://schemas.microsoft.com/office/drawing/2014/main" id="{6E7C44FC-CC29-DA02-219E-6182F6F50E64}"/>
              </a:ext>
            </a:extLst>
          </p:cNvPr>
          <p:cNvSpPr/>
          <p:nvPr/>
        </p:nvSpPr>
        <p:spPr>
          <a:xfrm>
            <a:off x="3355848" y="17754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Q3 2026</a:t>
            </a:r>
            <a:endParaRPr lang="en-US" sz="600" dirty="0"/>
          </a:p>
        </p:txBody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64AF3E29-830A-C39D-7263-AB8780962AD8}"/>
              </a:ext>
            </a:extLst>
          </p:cNvPr>
          <p:cNvSpPr/>
          <p:nvPr/>
        </p:nvSpPr>
        <p:spPr>
          <a:xfrm>
            <a:off x="1097280" y="2161032"/>
            <a:ext cx="10863072" cy="844296"/>
          </a:xfrm>
          <a:prstGeom prst="rect">
            <a:avLst/>
          </a:prstGeom>
          <a:solidFill>
            <a:srgbClr val="0A1525"/>
          </a:solidFill>
          <a:ln w="317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B38D88BE-C67D-586C-CFFB-8EF23A7F8320}"/>
              </a:ext>
            </a:extLst>
          </p:cNvPr>
          <p:cNvSpPr/>
          <p:nvPr/>
        </p:nvSpPr>
        <p:spPr>
          <a:xfrm>
            <a:off x="228600" y="2179320"/>
            <a:ext cx="822960" cy="807720"/>
          </a:xfrm>
          <a:prstGeom prst="rect">
            <a:avLst/>
          </a:prstGeom>
          <a:solidFill>
            <a:srgbClr val="152236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>
            <a:extLst>
              <a:ext uri="{FF2B5EF4-FFF2-40B4-BE49-F238E27FC236}">
                <a16:creationId xmlns:a16="http://schemas.microsoft.com/office/drawing/2014/main" id="{9947E372-E103-A600-3800-CBE4ECB37916}"/>
              </a:ext>
            </a:extLst>
          </p:cNvPr>
          <p:cNvSpPr/>
          <p:nvPr/>
        </p:nvSpPr>
        <p:spPr>
          <a:xfrm>
            <a:off x="228600" y="2179320"/>
            <a:ext cx="822960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650" dirty="0"/>
          </a:p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38" name="Shape 136">
            <a:extLst>
              <a:ext uri="{FF2B5EF4-FFF2-40B4-BE49-F238E27FC236}">
                <a16:creationId xmlns:a16="http://schemas.microsoft.com/office/drawing/2014/main" id="{1329B020-37C5-7C77-77C0-9A4620D3A2C2}"/>
              </a:ext>
            </a:extLst>
          </p:cNvPr>
          <p:cNvSpPr/>
          <p:nvPr/>
        </p:nvSpPr>
        <p:spPr>
          <a:xfrm>
            <a:off x="1133856" y="2350800"/>
            <a:ext cx="1321308" cy="483047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9" name="Shape 137">
            <a:extLst>
              <a:ext uri="{FF2B5EF4-FFF2-40B4-BE49-F238E27FC236}">
                <a16:creationId xmlns:a16="http://schemas.microsoft.com/office/drawing/2014/main" id="{073BEDD9-C913-B9D8-0D05-D71C90A6BD15}"/>
              </a:ext>
            </a:extLst>
          </p:cNvPr>
          <p:cNvSpPr/>
          <p:nvPr/>
        </p:nvSpPr>
        <p:spPr>
          <a:xfrm>
            <a:off x="1133856" y="2350800"/>
            <a:ext cx="1321308" cy="1207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>
            <a:extLst>
              <a:ext uri="{FF2B5EF4-FFF2-40B4-BE49-F238E27FC236}">
                <a16:creationId xmlns:a16="http://schemas.microsoft.com/office/drawing/2014/main" id="{4BD7D37A-845A-2152-9312-45AA40E7C308}"/>
              </a:ext>
            </a:extLst>
          </p:cNvPr>
          <p:cNvSpPr/>
          <p:nvPr/>
        </p:nvSpPr>
        <p:spPr>
          <a:xfrm>
            <a:off x="1170432" y="2359944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43" name="Text 141">
            <a:extLst>
              <a:ext uri="{FF2B5EF4-FFF2-40B4-BE49-F238E27FC236}">
                <a16:creationId xmlns:a16="http://schemas.microsoft.com/office/drawing/2014/main" id="{314ABCBF-7FFD-AC32-96E7-1012764496FE}"/>
              </a:ext>
            </a:extLst>
          </p:cNvPr>
          <p:cNvSpPr/>
          <p:nvPr/>
        </p:nvSpPr>
        <p:spPr>
          <a:xfrm>
            <a:off x="1623060" y="2359944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52" name="Text 150">
            <a:extLst>
              <a:ext uri="{FF2B5EF4-FFF2-40B4-BE49-F238E27FC236}">
                <a16:creationId xmlns:a16="http://schemas.microsoft.com/office/drawing/2014/main" id="{F95DD906-8E81-2572-CC8C-1D549F06392D}"/>
              </a:ext>
            </a:extLst>
          </p:cNvPr>
          <p:cNvSpPr/>
          <p:nvPr/>
        </p:nvSpPr>
        <p:spPr>
          <a:xfrm>
            <a:off x="3433572" y="2359944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sp-aria.rates.live (live curve)</a:t>
            </a:r>
            <a:endParaRPr lang="en-US" sz="700" dirty="0"/>
          </a:p>
        </p:txBody>
      </p:sp>
      <p:sp>
        <p:nvSpPr>
          <p:cNvPr id="155" name="Text 153">
            <a:extLst>
              <a:ext uri="{FF2B5EF4-FFF2-40B4-BE49-F238E27FC236}">
                <a16:creationId xmlns:a16="http://schemas.microsoft.com/office/drawing/2014/main" id="{D5C741F7-C0BA-5C48-523E-A4D0B27FD32E}"/>
              </a:ext>
            </a:extLst>
          </p:cNvPr>
          <p:cNvSpPr/>
          <p:nvPr/>
        </p:nvSpPr>
        <p:spPr>
          <a:xfrm>
            <a:off x="3886200" y="2359944"/>
            <a:ext cx="795528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mounts decommissioned</a:t>
            </a:r>
            <a:endParaRPr lang="en-US" sz="600" dirty="0"/>
          </a:p>
        </p:txBody>
      </p:sp>
      <p:sp>
        <p:nvSpPr>
          <p:cNvPr id="158" name="Text 156">
            <a:extLst>
              <a:ext uri="{FF2B5EF4-FFF2-40B4-BE49-F238E27FC236}">
                <a16:creationId xmlns:a16="http://schemas.microsoft.com/office/drawing/2014/main" id="{E4D491D1-714E-6753-8703-155CF13569F3}"/>
              </a:ext>
            </a:extLst>
          </p:cNvPr>
          <p:cNvSpPr/>
          <p:nvPr/>
        </p:nvSpPr>
        <p:spPr>
          <a:xfrm>
            <a:off x="5244084" y="2359944"/>
            <a:ext cx="1700784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Positions domain (Congo·TOS·MOSS)</a:t>
            </a:r>
            <a:endParaRPr lang="en-US" sz="700" dirty="0"/>
          </a:p>
        </p:txBody>
      </p:sp>
      <p:sp>
        <p:nvSpPr>
          <p:cNvPr id="161" name="Text 159">
            <a:extLst>
              <a:ext uri="{FF2B5EF4-FFF2-40B4-BE49-F238E27FC236}">
                <a16:creationId xmlns:a16="http://schemas.microsoft.com/office/drawing/2014/main" id="{75FCCED9-4C76-7A17-FB1D-AB58E4A9704D}"/>
              </a:ext>
            </a:extLst>
          </p:cNvPr>
          <p:cNvSpPr/>
          <p:nvPr/>
        </p:nvSpPr>
        <p:spPr>
          <a:xfrm>
            <a:off x="7507224" y="2359944"/>
            <a:ext cx="1700784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EDP streaming · legacy pipelines retired</a:t>
            </a:r>
            <a:endParaRPr lang="en-US" sz="700" dirty="0"/>
          </a:p>
        </p:txBody>
      </p:sp>
      <p:sp>
        <p:nvSpPr>
          <p:cNvPr id="164" name="Shape 162">
            <a:extLst>
              <a:ext uri="{FF2B5EF4-FFF2-40B4-BE49-F238E27FC236}">
                <a16:creationId xmlns:a16="http://schemas.microsoft.com/office/drawing/2014/main" id="{F92AFAAD-5E4E-A498-0648-A7BCABD6A3B3}"/>
              </a:ext>
            </a:extLst>
          </p:cNvPr>
          <p:cNvSpPr/>
          <p:nvPr/>
        </p:nvSpPr>
        <p:spPr>
          <a:xfrm>
            <a:off x="1097280" y="3023616"/>
            <a:ext cx="10863072" cy="844296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>
            <a:extLst>
              <a:ext uri="{FF2B5EF4-FFF2-40B4-BE49-F238E27FC236}">
                <a16:creationId xmlns:a16="http://schemas.microsoft.com/office/drawing/2014/main" id="{B596F94B-8471-D082-2FC2-DCE8CEB07A8E}"/>
              </a:ext>
            </a:extLst>
          </p:cNvPr>
          <p:cNvSpPr/>
          <p:nvPr/>
        </p:nvSpPr>
        <p:spPr>
          <a:xfrm>
            <a:off x="228600" y="3041904"/>
            <a:ext cx="822960" cy="807720"/>
          </a:xfrm>
          <a:prstGeom prst="rect">
            <a:avLst/>
          </a:prstGeom>
          <a:solidFill>
            <a:srgbClr val="152236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164">
            <a:extLst>
              <a:ext uri="{FF2B5EF4-FFF2-40B4-BE49-F238E27FC236}">
                <a16:creationId xmlns:a16="http://schemas.microsoft.com/office/drawing/2014/main" id="{F2224299-49C8-D706-F6AE-C31508112BA7}"/>
              </a:ext>
            </a:extLst>
          </p:cNvPr>
          <p:cNvSpPr/>
          <p:nvPr/>
        </p:nvSpPr>
        <p:spPr>
          <a:xfrm>
            <a:off x="228600" y="3041904"/>
            <a:ext cx="822960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650" dirty="0"/>
          </a:p>
        </p:txBody>
      </p:sp>
      <p:sp>
        <p:nvSpPr>
          <p:cNvPr id="167" name="Shape 165">
            <a:extLst>
              <a:ext uri="{FF2B5EF4-FFF2-40B4-BE49-F238E27FC236}">
                <a16:creationId xmlns:a16="http://schemas.microsoft.com/office/drawing/2014/main" id="{9677DF68-3A29-3561-E8DB-438AA096E359}"/>
              </a:ext>
            </a:extLst>
          </p:cNvPr>
          <p:cNvSpPr/>
          <p:nvPr/>
        </p:nvSpPr>
        <p:spPr>
          <a:xfrm>
            <a:off x="1133856" y="3213384"/>
            <a:ext cx="868680" cy="483047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8" name="Shape 166">
            <a:extLst>
              <a:ext uri="{FF2B5EF4-FFF2-40B4-BE49-F238E27FC236}">
                <a16:creationId xmlns:a16="http://schemas.microsoft.com/office/drawing/2014/main" id="{48E2E1AA-C5D0-2DC3-AB9F-2B166908BCFE}"/>
              </a:ext>
            </a:extLst>
          </p:cNvPr>
          <p:cNvSpPr/>
          <p:nvPr/>
        </p:nvSpPr>
        <p:spPr>
          <a:xfrm>
            <a:off x="1133856" y="3213384"/>
            <a:ext cx="868680" cy="1207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167">
            <a:extLst>
              <a:ext uri="{FF2B5EF4-FFF2-40B4-BE49-F238E27FC236}">
                <a16:creationId xmlns:a16="http://schemas.microsoft.com/office/drawing/2014/main" id="{79AF87B1-BB3D-8B0F-5A97-03557D214DCC}"/>
              </a:ext>
            </a:extLst>
          </p:cNvPr>
          <p:cNvSpPr/>
          <p:nvPr/>
        </p:nvSpPr>
        <p:spPr>
          <a:xfrm>
            <a:off x="1170432" y="3222528"/>
            <a:ext cx="795528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172" name="Text 170">
            <a:extLst>
              <a:ext uri="{FF2B5EF4-FFF2-40B4-BE49-F238E27FC236}">
                <a16:creationId xmlns:a16="http://schemas.microsoft.com/office/drawing/2014/main" id="{AB074AB1-F3A7-951B-83D5-2D56E6BBF649}"/>
              </a:ext>
            </a:extLst>
          </p:cNvPr>
          <p:cNvSpPr/>
          <p:nvPr/>
        </p:nvSpPr>
        <p:spPr>
          <a:xfrm>
            <a:off x="2075688" y="3222528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products QA workers on Symphony</a:t>
            </a:r>
            <a:endParaRPr lang="en-US" sz="700" dirty="0"/>
          </a:p>
        </p:txBody>
      </p:sp>
      <p:sp>
        <p:nvSpPr>
          <p:cNvPr id="175" name="Text 173">
            <a:extLst>
              <a:ext uri="{FF2B5EF4-FFF2-40B4-BE49-F238E27FC236}">
                <a16:creationId xmlns:a16="http://schemas.microsoft.com/office/drawing/2014/main" id="{29AAF686-7080-B0DF-F0CC-BBE2B987531D}"/>
              </a:ext>
            </a:extLst>
          </p:cNvPr>
          <p:cNvSpPr/>
          <p:nvPr/>
        </p:nvSpPr>
        <p:spPr>
          <a:xfrm>
            <a:off x="2980944" y="3222528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workstream parallel run</a:t>
            </a:r>
            <a:endParaRPr lang="en-US" sz="700" dirty="0"/>
          </a:p>
        </p:txBody>
      </p:sp>
      <p:sp>
        <p:nvSpPr>
          <p:cNvPr id="178" name="Text 176">
            <a:extLst>
              <a:ext uri="{FF2B5EF4-FFF2-40B4-BE49-F238E27FC236}">
                <a16:creationId xmlns:a16="http://schemas.microsoft.com/office/drawing/2014/main" id="{834BA34C-C315-2B0C-2124-52FE53349323}"/>
              </a:ext>
            </a:extLst>
          </p:cNvPr>
          <p:cNvSpPr/>
          <p:nvPr/>
        </p:nvSpPr>
        <p:spPr>
          <a:xfrm>
            <a:off x="3433572" y="3222528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Risk / CCAR / FRTB on Symphony</a:t>
            </a:r>
            <a:endParaRPr lang="en-US" sz="700" dirty="0"/>
          </a:p>
        </p:txBody>
      </p:sp>
      <p:sp>
        <p:nvSpPr>
          <p:cNvPr id="181" name="Text 179">
            <a:extLst>
              <a:ext uri="{FF2B5EF4-FFF2-40B4-BE49-F238E27FC236}">
                <a16:creationId xmlns:a16="http://schemas.microsoft.com/office/drawing/2014/main" id="{5C75B637-9F77-2A58-974B-EDD4E756835C}"/>
              </a:ext>
            </a:extLst>
          </p:cNvPr>
          <p:cNvSpPr/>
          <p:nvPr/>
        </p:nvSpPr>
        <p:spPr>
          <a:xfrm>
            <a:off x="4338828" y="3222528"/>
            <a:ext cx="795528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DataSynapse fully retired</a:t>
            </a:r>
            <a:endParaRPr lang="en-US" sz="600" dirty="0"/>
          </a:p>
        </p:txBody>
      </p:sp>
      <p:sp>
        <p:nvSpPr>
          <p:cNvPr id="184" name="Text 182">
            <a:extLst>
              <a:ext uri="{FF2B5EF4-FFF2-40B4-BE49-F238E27FC236}">
                <a16:creationId xmlns:a16="http://schemas.microsoft.com/office/drawing/2014/main" id="{C47ED99F-6FA1-6E36-B273-50EB4294ADE9}"/>
              </a:ext>
            </a:extLst>
          </p:cNvPr>
          <p:cNvSpPr/>
          <p:nvPr/>
        </p:nvSpPr>
        <p:spPr>
          <a:xfrm>
            <a:off x="5244084" y="3222528"/>
            <a:ext cx="1700784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batches live on Symphony</a:t>
            </a:r>
            <a:endParaRPr lang="en-US" sz="700" dirty="0"/>
          </a:p>
        </p:txBody>
      </p:sp>
      <p:sp>
        <p:nvSpPr>
          <p:cNvPr id="187" name="Text 185">
            <a:extLst>
              <a:ext uri="{FF2B5EF4-FFF2-40B4-BE49-F238E27FC236}">
                <a16:creationId xmlns:a16="http://schemas.microsoft.com/office/drawing/2014/main" id="{A3C618D1-2906-9B63-4398-EF5DDCC3FC3E}"/>
              </a:ext>
            </a:extLst>
          </p:cNvPr>
          <p:cNvSpPr/>
          <p:nvPr/>
        </p:nvSpPr>
        <p:spPr>
          <a:xfrm>
            <a:off x="7959852" y="3222528"/>
            <a:ext cx="1700784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Symphony stable · CycleCloud PoC</a:t>
            </a:r>
            <a:endParaRPr lang="en-US" sz="700" dirty="0"/>
          </a:p>
        </p:txBody>
      </p:sp>
      <p:sp>
        <p:nvSpPr>
          <p:cNvPr id="190" name="Shape 188">
            <a:extLst>
              <a:ext uri="{FF2B5EF4-FFF2-40B4-BE49-F238E27FC236}">
                <a16:creationId xmlns:a16="http://schemas.microsoft.com/office/drawing/2014/main" id="{3268B029-C3CD-483B-0ABB-958B402DC3EF}"/>
              </a:ext>
            </a:extLst>
          </p:cNvPr>
          <p:cNvSpPr/>
          <p:nvPr/>
        </p:nvSpPr>
        <p:spPr>
          <a:xfrm>
            <a:off x="1097280" y="3886200"/>
            <a:ext cx="10863072" cy="844296"/>
          </a:xfrm>
          <a:prstGeom prst="rect">
            <a:avLst/>
          </a:prstGeom>
          <a:solidFill>
            <a:srgbClr val="0A1525"/>
          </a:solidFill>
          <a:ln w="317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>
            <a:extLst>
              <a:ext uri="{FF2B5EF4-FFF2-40B4-BE49-F238E27FC236}">
                <a16:creationId xmlns:a16="http://schemas.microsoft.com/office/drawing/2014/main" id="{6EDD994E-8A1D-E3A7-5FF6-C99E0B900509}"/>
              </a:ext>
            </a:extLst>
          </p:cNvPr>
          <p:cNvSpPr/>
          <p:nvPr/>
        </p:nvSpPr>
        <p:spPr>
          <a:xfrm>
            <a:off x="228600" y="3904488"/>
            <a:ext cx="822960" cy="807720"/>
          </a:xfrm>
          <a:prstGeom prst="rect">
            <a:avLst/>
          </a:prstGeom>
          <a:solidFill>
            <a:srgbClr val="15223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Text 190">
            <a:extLst>
              <a:ext uri="{FF2B5EF4-FFF2-40B4-BE49-F238E27FC236}">
                <a16:creationId xmlns:a16="http://schemas.microsoft.com/office/drawing/2014/main" id="{0E5C5C93-7E6F-3E34-568F-E60422A74890}"/>
              </a:ext>
            </a:extLst>
          </p:cNvPr>
          <p:cNvSpPr/>
          <p:nvPr/>
        </p:nvSpPr>
        <p:spPr>
          <a:xfrm>
            <a:off x="228600" y="3904488"/>
            <a:ext cx="822960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650" dirty="0"/>
          </a:p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93" name="Shape 191">
            <a:extLst>
              <a:ext uri="{FF2B5EF4-FFF2-40B4-BE49-F238E27FC236}">
                <a16:creationId xmlns:a16="http://schemas.microsoft.com/office/drawing/2014/main" id="{FEFD5B58-1D7C-014A-77AD-E2517B417C22}"/>
              </a:ext>
            </a:extLst>
          </p:cNvPr>
          <p:cNvSpPr/>
          <p:nvPr/>
        </p:nvSpPr>
        <p:spPr>
          <a:xfrm>
            <a:off x="1133856" y="4075968"/>
            <a:ext cx="1321308" cy="48304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4" name="Shape 192">
            <a:extLst>
              <a:ext uri="{FF2B5EF4-FFF2-40B4-BE49-F238E27FC236}">
                <a16:creationId xmlns:a16="http://schemas.microsoft.com/office/drawing/2014/main" id="{B6D5CF60-7419-D366-8392-F6AA6EE5E88B}"/>
              </a:ext>
            </a:extLst>
          </p:cNvPr>
          <p:cNvSpPr/>
          <p:nvPr/>
        </p:nvSpPr>
        <p:spPr>
          <a:xfrm>
            <a:off x="1133856" y="4075968"/>
            <a:ext cx="1321308" cy="1207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Text 193">
            <a:extLst>
              <a:ext uri="{FF2B5EF4-FFF2-40B4-BE49-F238E27FC236}">
                <a16:creationId xmlns:a16="http://schemas.microsoft.com/office/drawing/2014/main" id="{DB8696B5-51F6-1E36-225A-7C737A810A3E}"/>
              </a:ext>
            </a:extLst>
          </p:cNvPr>
          <p:cNvSpPr/>
          <p:nvPr/>
        </p:nvSpPr>
        <p:spPr>
          <a:xfrm>
            <a:off x="1170432" y="4085112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98" name="Text 196">
            <a:extLst>
              <a:ext uri="{FF2B5EF4-FFF2-40B4-BE49-F238E27FC236}">
                <a16:creationId xmlns:a16="http://schemas.microsoft.com/office/drawing/2014/main" id="{8D4F0732-7C81-94E7-B248-0AE3D6A8D594}"/>
              </a:ext>
            </a:extLst>
          </p:cNvPr>
          <p:cNvSpPr/>
          <p:nvPr/>
        </p:nvSpPr>
        <p:spPr>
          <a:xfrm>
            <a:off x="1623060" y="4085112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01" name="Text 199">
            <a:extLst>
              <a:ext uri="{FF2B5EF4-FFF2-40B4-BE49-F238E27FC236}">
                <a16:creationId xmlns:a16="http://schemas.microsoft.com/office/drawing/2014/main" id="{4A59F2B1-BB42-C4D0-F357-F9F36A5E6437}"/>
              </a:ext>
            </a:extLst>
          </p:cNvPr>
          <p:cNvSpPr/>
          <p:nvPr/>
        </p:nvSpPr>
        <p:spPr>
          <a:xfrm>
            <a:off x="2075688" y="4085112"/>
            <a:ext cx="795528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204" name="Text 202">
            <a:extLst>
              <a:ext uri="{FF2B5EF4-FFF2-40B4-BE49-F238E27FC236}">
                <a16:creationId xmlns:a16="http://schemas.microsoft.com/office/drawing/2014/main" id="{6AEBA339-2AEE-BD7A-0209-210582800D9D}"/>
              </a:ext>
            </a:extLst>
          </p:cNvPr>
          <p:cNvSpPr/>
          <p:nvPr/>
        </p:nvSpPr>
        <p:spPr>
          <a:xfrm>
            <a:off x="2980944" y="4085112"/>
            <a:ext cx="795528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Enterprise L2 deployed</a:t>
            </a:r>
            <a:endParaRPr lang="en-US" sz="600" dirty="0"/>
          </a:p>
        </p:txBody>
      </p:sp>
      <p:sp>
        <p:nvSpPr>
          <p:cNvPr id="207" name="Text 205">
            <a:extLst>
              <a:ext uri="{FF2B5EF4-FFF2-40B4-BE49-F238E27FC236}">
                <a16:creationId xmlns:a16="http://schemas.microsoft.com/office/drawing/2014/main" id="{51422C20-0CD8-0B69-5880-46B218FC7DC4}"/>
              </a:ext>
            </a:extLst>
          </p:cNvPr>
          <p:cNvSpPr/>
          <p:nvPr/>
        </p:nvSpPr>
        <p:spPr>
          <a:xfrm>
            <a:off x="3433572" y="4085112"/>
            <a:ext cx="795528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L2 decommissioned</a:t>
            </a:r>
            <a:endParaRPr lang="en-US" sz="600" dirty="0"/>
          </a:p>
        </p:txBody>
      </p:sp>
      <p:sp>
        <p:nvSpPr>
          <p:cNvPr id="210" name="Text 208">
            <a:extLst>
              <a:ext uri="{FF2B5EF4-FFF2-40B4-BE49-F238E27FC236}">
                <a16:creationId xmlns:a16="http://schemas.microsoft.com/office/drawing/2014/main" id="{15DEB045-79BC-2FE9-F8A0-A22F1B5EAF76}"/>
              </a:ext>
            </a:extLst>
          </p:cNvPr>
          <p:cNvSpPr/>
          <p:nvPr/>
        </p:nvSpPr>
        <p:spPr>
          <a:xfrm>
            <a:off x="4338828" y="4085112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3-tier fully retired</a:t>
            </a:r>
            <a:endParaRPr lang="en-US" sz="700" dirty="0"/>
          </a:p>
        </p:txBody>
      </p:sp>
      <p:sp>
        <p:nvSpPr>
          <p:cNvPr id="213" name="Text 211">
            <a:extLst>
              <a:ext uri="{FF2B5EF4-FFF2-40B4-BE49-F238E27FC236}">
                <a16:creationId xmlns:a16="http://schemas.microsoft.com/office/drawing/2014/main" id="{1DF7BA31-83B2-6F1B-8B91-18FAC15FCAA0}"/>
              </a:ext>
            </a:extLst>
          </p:cNvPr>
          <p:cNvSpPr/>
          <p:nvPr/>
        </p:nvSpPr>
        <p:spPr>
          <a:xfrm>
            <a:off x="5696712" y="4085112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rate &gt;95% validated</a:t>
            </a:r>
            <a:endParaRPr lang="en-US" sz="700" dirty="0"/>
          </a:p>
        </p:txBody>
      </p:sp>
      <p:sp>
        <p:nvSpPr>
          <p:cNvPr id="216" name="Text 214">
            <a:extLst>
              <a:ext uri="{FF2B5EF4-FFF2-40B4-BE49-F238E27FC236}">
                <a16:creationId xmlns:a16="http://schemas.microsoft.com/office/drawing/2014/main" id="{4EA20874-B701-65C2-A13F-16FE57A1C51A}"/>
              </a:ext>
            </a:extLst>
          </p:cNvPr>
          <p:cNvSpPr/>
          <p:nvPr/>
        </p:nvSpPr>
        <p:spPr>
          <a:xfrm>
            <a:off x="7054596" y="4085112"/>
            <a:ext cx="1700784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Redis+GridGain stable · zero file reads</a:t>
            </a:r>
            <a:endParaRPr lang="en-US" sz="700" dirty="0"/>
          </a:p>
        </p:txBody>
      </p:sp>
      <p:sp>
        <p:nvSpPr>
          <p:cNvPr id="219" name="Shape 217">
            <a:extLst>
              <a:ext uri="{FF2B5EF4-FFF2-40B4-BE49-F238E27FC236}">
                <a16:creationId xmlns:a16="http://schemas.microsoft.com/office/drawing/2014/main" id="{C89D28E8-D988-8B9E-359D-A1DE02CD5F02}"/>
              </a:ext>
            </a:extLst>
          </p:cNvPr>
          <p:cNvSpPr/>
          <p:nvPr/>
        </p:nvSpPr>
        <p:spPr>
          <a:xfrm>
            <a:off x="1097280" y="4748784"/>
            <a:ext cx="10863072" cy="844296"/>
          </a:xfrm>
          <a:prstGeom prst="rect">
            <a:avLst/>
          </a:prstGeom>
          <a:solidFill>
            <a:srgbClr val="0E1C33"/>
          </a:solidFill>
          <a:ln w="317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>
            <a:extLst>
              <a:ext uri="{FF2B5EF4-FFF2-40B4-BE49-F238E27FC236}">
                <a16:creationId xmlns:a16="http://schemas.microsoft.com/office/drawing/2014/main" id="{49A3371F-5612-22A1-FAF3-660A1E0F077F}"/>
              </a:ext>
            </a:extLst>
          </p:cNvPr>
          <p:cNvSpPr/>
          <p:nvPr/>
        </p:nvSpPr>
        <p:spPr>
          <a:xfrm>
            <a:off x="228600" y="4767072"/>
            <a:ext cx="822960" cy="807720"/>
          </a:xfrm>
          <a:prstGeom prst="rect">
            <a:avLst/>
          </a:prstGeom>
          <a:solidFill>
            <a:srgbClr val="152236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Text 219">
            <a:extLst>
              <a:ext uri="{FF2B5EF4-FFF2-40B4-BE49-F238E27FC236}">
                <a16:creationId xmlns:a16="http://schemas.microsoft.com/office/drawing/2014/main" id="{17C076E4-666E-C4F9-0F5A-BF3E4F5AE83B}"/>
              </a:ext>
            </a:extLst>
          </p:cNvPr>
          <p:cNvSpPr/>
          <p:nvPr/>
        </p:nvSpPr>
        <p:spPr>
          <a:xfrm>
            <a:off x="228600" y="4767072"/>
            <a:ext cx="822960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650" dirty="0"/>
          </a:p>
        </p:txBody>
      </p:sp>
      <p:sp>
        <p:nvSpPr>
          <p:cNvPr id="222" name="Shape 220">
            <a:extLst>
              <a:ext uri="{FF2B5EF4-FFF2-40B4-BE49-F238E27FC236}">
                <a16:creationId xmlns:a16="http://schemas.microsoft.com/office/drawing/2014/main" id="{98A8EE2E-8D9D-971B-28CB-1EEEEEE68769}"/>
              </a:ext>
            </a:extLst>
          </p:cNvPr>
          <p:cNvSpPr/>
          <p:nvPr/>
        </p:nvSpPr>
        <p:spPr>
          <a:xfrm>
            <a:off x="1133856" y="4938552"/>
            <a:ext cx="1321308" cy="483047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3" name="Shape 221">
            <a:extLst>
              <a:ext uri="{FF2B5EF4-FFF2-40B4-BE49-F238E27FC236}">
                <a16:creationId xmlns:a16="http://schemas.microsoft.com/office/drawing/2014/main" id="{8C65D454-930E-95C9-B33C-324DB10BA1EB}"/>
              </a:ext>
            </a:extLst>
          </p:cNvPr>
          <p:cNvSpPr/>
          <p:nvPr/>
        </p:nvSpPr>
        <p:spPr>
          <a:xfrm>
            <a:off x="1133856" y="4938552"/>
            <a:ext cx="1321308" cy="1207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 222">
            <a:extLst>
              <a:ext uri="{FF2B5EF4-FFF2-40B4-BE49-F238E27FC236}">
                <a16:creationId xmlns:a16="http://schemas.microsoft.com/office/drawing/2014/main" id="{02BE027E-EE01-DA9D-57BD-0FD100034182}"/>
              </a:ext>
            </a:extLst>
          </p:cNvPr>
          <p:cNvSpPr/>
          <p:nvPr/>
        </p:nvSpPr>
        <p:spPr>
          <a:xfrm>
            <a:off x="1170432" y="4947696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30" name="Text 228">
            <a:extLst>
              <a:ext uri="{FF2B5EF4-FFF2-40B4-BE49-F238E27FC236}">
                <a16:creationId xmlns:a16="http://schemas.microsoft.com/office/drawing/2014/main" id="{5CB952C6-2674-18CE-326E-5E1FDE25692D}"/>
              </a:ext>
            </a:extLst>
          </p:cNvPr>
          <p:cNvSpPr/>
          <p:nvPr/>
        </p:nvSpPr>
        <p:spPr>
          <a:xfrm>
            <a:off x="2980944" y="4947696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Beowulf config · scenario (SMT)</a:t>
            </a:r>
            <a:endParaRPr lang="en-US" sz="700" dirty="0"/>
          </a:p>
        </p:txBody>
      </p:sp>
      <p:sp>
        <p:nvSpPr>
          <p:cNvPr id="233" name="Text 231">
            <a:extLst>
              <a:ext uri="{FF2B5EF4-FFF2-40B4-BE49-F238E27FC236}">
                <a16:creationId xmlns:a16="http://schemas.microsoft.com/office/drawing/2014/main" id="{B5D6ED1F-D152-7388-1D04-0EFF9988E9A1}"/>
              </a:ext>
            </a:extLst>
          </p:cNvPr>
          <p:cNvSpPr/>
          <p:nvPr/>
        </p:nvSpPr>
        <p:spPr>
          <a:xfrm>
            <a:off x="3886200" y="4947696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SQL: risk results · cashflow store</a:t>
            </a:r>
            <a:endParaRPr lang="en-US" sz="700" dirty="0"/>
          </a:p>
        </p:txBody>
      </p:sp>
      <p:sp>
        <p:nvSpPr>
          <p:cNvPr id="236" name="Text 234">
            <a:extLst>
              <a:ext uri="{FF2B5EF4-FFF2-40B4-BE49-F238E27FC236}">
                <a16:creationId xmlns:a16="http://schemas.microsoft.com/office/drawing/2014/main" id="{6CBBFCDD-64FD-6D59-38F1-C2033A66DF3D}"/>
              </a:ext>
            </a:extLst>
          </p:cNvPr>
          <p:cNvSpPr/>
          <p:nvPr/>
        </p:nvSpPr>
        <p:spPr>
          <a:xfrm>
            <a:off x="4791456" y="4947696"/>
            <a:ext cx="1700784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MTG DBs decommissioned → ADLS Gen2</a:t>
            </a:r>
            <a:endParaRPr lang="en-US" sz="700" dirty="0"/>
          </a:p>
        </p:txBody>
      </p:sp>
      <p:sp>
        <p:nvSpPr>
          <p:cNvPr id="239" name="Text 237">
            <a:extLst>
              <a:ext uri="{FF2B5EF4-FFF2-40B4-BE49-F238E27FC236}">
                <a16:creationId xmlns:a16="http://schemas.microsoft.com/office/drawing/2014/main" id="{E13D66AE-8BC3-7B51-4E68-4E70FB6B6E99}"/>
              </a:ext>
            </a:extLst>
          </p:cNvPr>
          <p:cNvSpPr/>
          <p:nvPr/>
        </p:nvSpPr>
        <p:spPr>
          <a:xfrm>
            <a:off x="6601968" y="4947696"/>
            <a:ext cx="1700784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 Delta Lake · full audit trail</a:t>
            </a:r>
            <a:endParaRPr lang="en-US" sz="700" dirty="0"/>
          </a:p>
        </p:txBody>
      </p:sp>
      <p:sp>
        <p:nvSpPr>
          <p:cNvPr id="242" name="Text 240">
            <a:extLst>
              <a:ext uri="{FF2B5EF4-FFF2-40B4-BE49-F238E27FC236}">
                <a16:creationId xmlns:a16="http://schemas.microsoft.com/office/drawing/2014/main" id="{5846E918-41DE-F69D-1D75-B5DAF6F024AF}"/>
              </a:ext>
            </a:extLst>
          </p:cNvPr>
          <p:cNvSpPr/>
          <p:nvPr/>
        </p:nvSpPr>
        <p:spPr>
          <a:xfrm>
            <a:off x="8412480" y="4947696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ARIA Data Store fully operational</a:t>
            </a:r>
            <a:endParaRPr lang="en-US" sz="700" dirty="0"/>
          </a:p>
        </p:txBody>
      </p:sp>
      <p:sp>
        <p:nvSpPr>
          <p:cNvPr id="245" name="Shape 243">
            <a:extLst>
              <a:ext uri="{FF2B5EF4-FFF2-40B4-BE49-F238E27FC236}">
                <a16:creationId xmlns:a16="http://schemas.microsoft.com/office/drawing/2014/main" id="{68F1BAF1-8F5D-86A9-788D-D85AE6AFE229}"/>
              </a:ext>
            </a:extLst>
          </p:cNvPr>
          <p:cNvSpPr/>
          <p:nvPr/>
        </p:nvSpPr>
        <p:spPr>
          <a:xfrm>
            <a:off x="1097280" y="5611368"/>
            <a:ext cx="10863072" cy="844296"/>
          </a:xfrm>
          <a:prstGeom prst="rect">
            <a:avLst/>
          </a:prstGeom>
          <a:solidFill>
            <a:srgbClr val="0A1525"/>
          </a:solidFill>
          <a:ln w="317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>
            <a:extLst>
              <a:ext uri="{FF2B5EF4-FFF2-40B4-BE49-F238E27FC236}">
                <a16:creationId xmlns:a16="http://schemas.microsoft.com/office/drawing/2014/main" id="{8D7B7005-D2B9-A8EA-85A0-82BB98B8D033}"/>
              </a:ext>
            </a:extLst>
          </p:cNvPr>
          <p:cNvSpPr/>
          <p:nvPr/>
        </p:nvSpPr>
        <p:spPr>
          <a:xfrm>
            <a:off x="228600" y="5629656"/>
            <a:ext cx="822960" cy="807720"/>
          </a:xfrm>
          <a:prstGeom prst="rect">
            <a:avLst/>
          </a:prstGeom>
          <a:solidFill>
            <a:srgbClr val="152236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Text 245">
            <a:extLst>
              <a:ext uri="{FF2B5EF4-FFF2-40B4-BE49-F238E27FC236}">
                <a16:creationId xmlns:a16="http://schemas.microsoft.com/office/drawing/2014/main" id="{8FCC7D12-5F8C-1D6C-52E4-645D7F9EECD0}"/>
              </a:ext>
            </a:extLst>
          </p:cNvPr>
          <p:cNvSpPr/>
          <p:nvPr/>
        </p:nvSpPr>
        <p:spPr>
          <a:xfrm>
            <a:off x="228600" y="5629656"/>
            <a:ext cx="822960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650" dirty="0"/>
          </a:p>
        </p:txBody>
      </p:sp>
      <p:sp>
        <p:nvSpPr>
          <p:cNvPr id="248" name="Shape 246">
            <a:extLst>
              <a:ext uri="{FF2B5EF4-FFF2-40B4-BE49-F238E27FC236}">
                <a16:creationId xmlns:a16="http://schemas.microsoft.com/office/drawing/2014/main" id="{4F0A5A1A-A7F3-F386-DE23-DFD3A4019721}"/>
              </a:ext>
            </a:extLst>
          </p:cNvPr>
          <p:cNvSpPr/>
          <p:nvPr/>
        </p:nvSpPr>
        <p:spPr>
          <a:xfrm>
            <a:off x="1133856" y="5801136"/>
            <a:ext cx="868680" cy="483047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0" name="Text 248">
            <a:extLst>
              <a:ext uri="{FF2B5EF4-FFF2-40B4-BE49-F238E27FC236}">
                <a16:creationId xmlns:a16="http://schemas.microsoft.com/office/drawing/2014/main" id="{FEEEFE1B-F274-CCF2-B38A-56CA6EAE1D7C}"/>
              </a:ext>
            </a:extLst>
          </p:cNvPr>
          <p:cNvSpPr/>
          <p:nvPr/>
        </p:nvSpPr>
        <p:spPr>
          <a:xfrm>
            <a:off x="1170432" y="5810280"/>
            <a:ext cx="795528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251" name="Shape 249">
            <a:extLst>
              <a:ext uri="{FF2B5EF4-FFF2-40B4-BE49-F238E27FC236}">
                <a16:creationId xmlns:a16="http://schemas.microsoft.com/office/drawing/2014/main" id="{F9811860-62F9-D087-5C79-699880361792}"/>
              </a:ext>
            </a:extLst>
          </p:cNvPr>
          <p:cNvSpPr/>
          <p:nvPr/>
        </p:nvSpPr>
        <p:spPr>
          <a:xfrm>
            <a:off x="2039112" y="5801136"/>
            <a:ext cx="1321308" cy="483047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2" name="Shape 250">
            <a:extLst>
              <a:ext uri="{FF2B5EF4-FFF2-40B4-BE49-F238E27FC236}">
                <a16:creationId xmlns:a16="http://schemas.microsoft.com/office/drawing/2014/main" id="{DD73F29C-E283-F5A5-5BDA-B0BA00DB7BB8}"/>
              </a:ext>
            </a:extLst>
          </p:cNvPr>
          <p:cNvSpPr/>
          <p:nvPr/>
        </p:nvSpPr>
        <p:spPr>
          <a:xfrm>
            <a:off x="2039112" y="5801136"/>
            <a:ext cx="1321308" cy="1207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Text 251">
            <a:extLst>
              <a:ext uri="{FF2B5EF4-FFF2-40B4-BE49-F238E27FC236}">
                <a16:creationId xmlns:a16="http://schemas.microsoft.com/office/drawing/2014/main" id="{B454389D-0221-334F-BA65-AB3ACFCAAF8B}"/>
              </a:ext>
            </a:extLst>
          </p:cNvPr>
          <p:cNvSpPr/>
          <p:nvPr/>
        </p:nvSpPr>
        <p:spPr>
          <a:xfrm>
            <a:off x="2075688" y="5810280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56" name="Text 254">
            <a:extLst>
              <a:ext uri="{FF2B5EF4-FFF2-40B4-BE49-F238E27FC236}">
                <a16:creationId xmlns:a16="http://schemas.microsoft.com/office/drawing/2014/main" id="{6A9D6FB9-FB31-6C5A-301C-F99ED54C5F6C}"/>
              </a:ext>
            </a:extLst>
          </p:cNvPr>
          <p:cNvSpPr/>
          <p:nvPr/>
        </p:nvSpPr>
        <p:spPr>
          <a:xfrm>
            <a:off x="3433572" y="5810280"/>
            <a:ext cx="1248156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curve in MAP (aria.rates.live)</a:t>
            </a:r>
            <a:endParaRPr lang="en-US" sz="700" dirty="0"/>
          </a:p>
        </p:txBody>
      </p:sp>
      <p:sp>
        <p:nvSpPr>
          <p:cNvPr id="259" name="Text 257">
            <a:extLst>
              <a:ext uri="{FF2B5EF4-FFF2-40B4-BE49-F238E27FC236}">
                <a16:creationId xmlns:a16="http://schemas.microsoft.com/office/drawing/2014/main" id="{90018109-747B-3DD7-677A-D86898DEA29F}"/>
              </a:ext>
            </a:extLst>
          </p:cNvPr>
          <p:cNvSpPr/>
          <p:nvPr/>
        </p:nvSpPr>
        <p:spPr>
          <a:xfrm>
            <a:off x="4791456" y="5810280"/>
            <a:ext cx="1700784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&lt;30 min · all products</a:t>
            </a:r>
            <a:endParaRPr lang="en-US" sz="700" dirty="0"/>
          </a:p>
        </p:txBody>
      </p:sp>
      <p:sp>
        <p:nvSpPr>
          <p:cNvPr id="262" name="Text 260">
            <a:extLst>
              <a:ext uri="{FF2B5EF4-FFF2-40B4-BE49-F238E27FC236}">
                <a16:creationId xmlns:a16="http://schemas.microsoft.com/office/drawing/2014/main" id="{0EDBA8A3-7113-BF16-9CB2-B823BBC2B4B6}"/>
              </a:ext>
            </a:extLst>
          </p:cNvPr>
          <p:cNvSpPr/>
          <p:nvPr/>
        </p:nvSpPr>
        <p:spPr>
          <a:xfrm>
            <a:off x="6601968" y="5810280"/>
            <a:ext cx="1700784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 intraday runs enabled</a:t>
            </a:r>
            <a:endParaRPr lang="en-US" sz="700" dirty="0"/>
          </a:p>
        </p:txBody>
      </p:sp>
      <p:sp>
        <p:nvSpPr>
          <p:cNvPr id="265" name="Text 263">
            <a:extLst>
              <a:ext uri="{FF2B5EF4-FFF2-40B4-BE49-F238E27FC236}">
                <a16:creationId xmlns:a16="http://schemas.microsoft.com/office/drawing/2014/main" id="{50DFA5DE-EBD9-1132-7436-B4BA66940398}"/>
              </a:ext>
            </a:extLst>
          </p:cNvPr>
          <p:cNvSpPr/>
          <p:nvPr/>
        </p:nvSpPr>
        <p:spPr>
          <a:xfrm>
            <a:off x="8412480" y="5810280"/>
            <a:ext cx="1700784" cy="4830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on-demand · sub-batch intraday</a:t>
            </a:r>
            <a:endParaRPr lang="en-US" sz="700" dirty="0"/>
          </a:p>
        </p:txBody>
      </p:sp>
      <p:sp>
        <p:nvSpPr>
          <p:cNvPr id="268" name="Shape 266">
            <a:extLst>
              <a:ext uri="{FF2B5EF4-FFF2-40B4-BE49-F238E27FC236}">
                <a16:creationId xmlns:a16="http://schemas.microsoft.com/office/drawing/2014/main" id="{356677D4-60FC-ECDB-4051-CCF7E91B5233}"/>
              </a:ext>
            </a:extLst>
          </p:cNvPr>
          <p:cNvSpPr/>
          <p:nvPr/>
        </p:nvSpPr>
        <p:spPr>
          <a:xfrm>
            <a:off x="3813048" y="1280160"/>
            <a:ext cx="0" cy="5175504"/>
          </a:xfrm>
          <a:prstGeom prst="line">
            <a:avLst/>
          </a:prstGeom>
          <a:noFill/>
          <a:ln w="25400">
            <a:solidFill>
              <a:srgbClr val="F87171"/>
            </a:solidFill>
            <a:prstDash val="lg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9" name="Shape 267">
            <a:extLst>
              <a:ext uri="{FF2B5EF4-FFF2-40B4-BE49-F238E27FC236}">
                <a16:creationId xmlns:a16="http://schemas.microsoft.com/office/drawing/2014/main" id="{1728AE9B-3021-2439-09A0-241D208D1DF0}"/>
              </a:ext>
            </a:extLst>
          </p:cNvPr>
          <p:cNvSpPr/>
          <p:nvPr/>
        </p:nvSpPr>
        <p:spPr>
          <a:xfrm>
            <a:off x="3218688" y="1097280"/>
            <a:ext cx="1188720" cy="1828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Text 268">
            <a:extLst>
              <a:ext uri="{FF2B5EF4-FFF2-40B4-BE49-F238E27FC236}">
                <a16:creationId xmlns:a16="http://schemas.microsoft.com/office/drawing/2014/main" id="{E46761F2-696A-35C9-5DFE-5472A38FBF09}"/>
              </a:ext>
            </a:extLst>
          </p:cNvPr>
          <p:cNvSpPr/>
          <p:nvPr/>
        </p:nvSpPr>
        <p:spPr>
          <a:xfrm>
            <a:off x="3218688" y="1097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2026 — DECOMMISSION GATE</a:t>
            </a:r>
            <a:endParaRPr lang="en-US" sz="650" dirty="0"/>
          </a:p>
        </p:txBody>
      </p:sp>
      <p:sp>
        <p:nvSpPr>
          <p:cNvPr id="271" name="Shape 269">
            <a:extLst>
              <a:ext uri="{FF2B5EF4-FFF2-40B4-BE49-F238E27FC236}">
                <a16:creationId xmlns:a16="http://schemas.microsoft.com/office/drawing/2014/main" id="{9F484D89-89EE-9F69-DAF7-64205AD8A434}"/>
              </a:ext>
            </a:extLst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525"/>
          </a:solidFill>
          <a:ln w="12700">
            <a:solidFill>
              <a:srgbClr val="3A5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>
            <a:extLst>
              <a:ext uri="{FF2B5EF4-FFF2-40B4-BE49-F238E27FC236}">
                <a16:creationId xmlns:a16="http://schemas.microsoft.com/office/drawing/2014/main" id="{0A3B2FB7-B60A-BE48-28B1-F9B5AB23CDBF}"/>
              </a:ext>
            </a:extLst>
          </p:cNvPr>
          <p:cNvSpPr/>
          <p:nvPr/>
        </p:nvSpPr>
        <p:spPr>
          <a:xfrm>
            <a:off x="256032" y="6556248"/>
            <a:ext cx="164592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Text 271">
            <a:extLst>
              <a:ext uri="{FF2B5EF4-FFF2-40B4-BE49-F238E27FC236}">
                <a16:creationId xmlns:a16="http://schemas.microsoft.com/office/drawing/2014/main" id="{97F4A03C-5628-8E0D-AC7B-FF3435A73159}"/>
              </a:ext>
            </a:extLst>
          </p:cNvPr>
          <p:cNvSpPr/>
          <p:nvPr/>
        </p:nvSpPr>
        <p:spPr>
          <a:xfrm>
            <a:off x="475488" y="65288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HPC Migration</a:t>
            </a:r>
            <a:endParaRPr lang="en-US" sz="700" dirty="0"/>
          </a:p>
        </p:txBody>
      </p:sp>
      <p:sp>
        <p:nvSpPr>
          <p:cNvPr id="274" name="Shape 272">
            <a:extLst>
              <a:ext uri="{FF2B5EF4-FFF2-40B4-BE49-F238E27FC236}">
                <a16:creationId xmlns:a16="http://schemas.microsoft.com/office/drawing/2014/main" id="{AD282442-528A-C126-3694-9639BC7EE367}"/>
              </a:ext>
            </a:extLst>
          </p:cNvPr>
          <p:cNvSpPr/>
          <p:nvPr/>
        </p:nvSpPr>
        <p:spPr>
          <a:xfrm>
            <a:off x="1737360" y="6556248"/>
            <a:ext cx="164592" cy="10972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Text 273">
            <a:extLst>
              <a:ext uri="{FF2B5EF4-FFF2-40B4-BE49-F238E27FC236}">
                <a16:creationId xmlns:a16="http://schemas.microsoft.com/office/drawing/2014/main" id="{FA0E17A1-ECA7-F65D-3BAA-53DCBC36084E}"/>
              </a:ext>
            </a:extLst>
          </p:cNvPr>
          <p:cNvSpPr/>
          <p:nvPr/>
        </p:nvSpPr>
        <p:spPr>
          <a:xfrm>
            <a:off x="1956816" y="65288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 Kafka Streaming</a:t>
            </a:r>
            <a:endParaRPr lang="en-US" sz="700" dirty="0"/>
          </a:p>
        </p:txBody>
      </p:sp>
      <p:sp>
        <p:nvSpPr>
          <p:cNvPr id="276" name="Shape 274">
            <a:extLst>
              <a:ext uri="{FF2B5EF4-FFF2-40B4-BE49-F238E27FC236}">
                <a16:creationId xmlns:a16="http://schemas.microsoft.com/office/drawing/2014/main" id="{F4D2EE71-D367-B803-273A-375CF6ADC816}"/>
              </a:ext>
            </a:extLst>
          </p:cNvPr>
          <p:cNvSpPr/>
          <p:nvPr/>
        </p:nvSpPr>
        <p:spPr>
          <a:xfrm>
            <a:off x="3218688" y="6556248"/>
            <a:ext cx="164592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Text 275">
            <a:extLst>
              <a:ext uri="{FF2B5EF4-FFF2-40B4-BE49-F238E27FC236}">
                <a16:creationId xmlns:a16="http://schemas.microsoft.com/office/drawing/2014/main" id="{9596C345-CF4B-7379-9220-959821FE0474}"/>
              </a:ext>
            </a:extLst>
          </p:cNvPr>
          <p:cNvSpPr/>
          <p:nvPr/>
        </p:nvSpPr>
        <p:spPr>
          <a:xfrm>
            <a:off x="3438144" y="65288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Symphony Migration</a:t>
            </a:r>
            <a:endParaRPr lang="en-US" sz="700" dirty="0"/>
          </a:p>
        </p:txBody>
      </p:sp>
      <p:sp>
        <p:nvSpPr>
          <p:cNvPr id="278" name="Shape 276">
            <a:extLst>
              <a:ext uri="{FF2B5EF4-FFF2-40B4-BE49-F238E27FC236}">
                <a16:creationId xmlns:a16="http://schemas.microsoft.com/office/drawing/2014/main" id="{29D15B26-7F6B-AAF2-F08E-AE7077F22264}"/>
              </a:ext>
            </a:extLst>
          </p:cNvPr>
          <p:cNvSpPr/>
          <p:nvPr/>
        </p:nvSpPr>
        <p:spPr>
          <a:xfrm>
            <a:off x="4700016" y="6556248"/>
            <a:ext cx="16459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Text 277">
            <a:extLst>
              <a:ext uri="{FF2B5EF4-FFF2-40B4-BE49-F238E27FC236}">
                <a16:creationId xmlns:a16="http://schemas.microsoft.com/office/drawing/2014/main" id="{E61E8C0A-3452-BF14-FE78-19BE8A54DA96}"/>
              </a:ext>
            </a:extLst>
          </p:cNvPr>
          <p:cNvSpPr/>
          <p:nvPr/>
        </p:nvSpPr>
        <p:spPr>
          <a:xfrm>
            <a:off x="4919472" y="65288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GridGain</a:t>
            </a:r>
            <a:endParaRPr lang="en-US" sz="700" dirty="0"/>
          </a:p>
        </p:txBody>
      </p:sp>
      <p:sp>
        <p:nvSpPr>
          <p:cNvPr id="280" name="Shape 278">
            <a:extLst>
              <a:ext uri="{FF2B5EF4-FFF2-40B4-BE49-F238E27FC236}">
                <a16:creationId xmlns:a16="http://schemas.microsoft.com/office/drawing/2014/main" id="{77D2139B-2075-FC7E-1251-E26B6E7146A6}"/>
              </a:ext>
            </a:extLst>
          </p:cNvPr>
          <p:cNvSpPr/>
          <p:nvPr/>
        </p:nvSpPr>
        <p:spPr>
          <a:xfrm>
            <a:off x="6181344" y="6556248"/>
            <a:ext cx="164592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Text 279">
            <a:extLst>
              <a:ext uri="{FF2B5EF4-FFF2-40B4-BE49-F238E27FC236}">
                <a16:creationId xmlns:a16="http://schemas.microsoft.com/office/drawing/2014/main" id="{436376DF-AA71-08A0-A7F7-8C558004BDF1}"/>
              </a:ext>
            </a:extLst>
          </p:cNvPr>
          <p:cNvSpPr/>
          <p:nvPr/>
        </p:nvSpPr>
        <p:spPr>
          <a:xfrm>
            <a:off x="6400800" y="65288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ARIA Data Store</a:t>
            </a:r>
            <a:endParaRPr lang="en-US" sz="700" dirty="0"/>
          </a:p>
        </p:txBody>
      </p:sp>
      <p:sp>
        <p:nvSpPr>
          <p:cNvPr id="282" name="Shape 280">
            <a:extLst>
              <a:ext uri="{FF2B5EF4-FFF2-40B4-BE49-F238E27FC236}">
                <a16:creationId xmlns:a16="http://schemas.microsoft.com/office/drawing/2014/main" id="{14698B7E-8D72-A431-609F-0AC72CB3DF6B}"/>
              </a:ext>
            </a:extLst>
          </p:cNvPr>
          <p:cNvSpPr/>
          <p:nvPr/>
        </p:nvSpPr>
        <p:spPr>
          <a:xfrm>
            <a:off x="7662672" y="6556248"/>
            <a:ext cx="164592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Text 281">
            <a:extLst>
              <a:ext uri="{FF2B5EF4-FFF2-40B4-BE49-F238E27FC236}">
                <a16:creationId xmlns:a16="http://schemas.microsoft.com/office/drawing/2014/main" id="{7EB929EA-52D6-AEAD-E3F2-3938994712E9}"/>
              </a:ext>
            </a:extLst>
          </p:cNvPr>
          <p:cNvSpPr/>
          <p:nvPr/>
        </p:nvSpPr>
        <p:spPr>
          <a:xfrm>
            <a:off x="7882128" y="65288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/ On-Demand</a:t>
            </a:r>
            <a:endParaRPr lang="en-US" sz="700" dirty="0"/>
          </a:p>
        </p:txBody>
      </p:sp>
      <p:sp>
        <p:nvSpPr>
          <p:cNvPr id="284" name="Shape 282">
            <a:extLst>
              <a:ext uri="{FF2B5EF4-FFF2-40B4-BE49-F238E27FC236}">
                <a16:creationId xmlns:a16="http://schemas.microsoft.com/office/drawing/2014/main" id="{90BEF2E4-101F-5503-7132-FB37BC1CF77B}"/>
              </a:ext>
            </a:extLst>
          </p:cNvPr>
          <p:cNvSpPr/>
          <p:nvPr/>
        </p:nvSpPr>
        <p:spPr>
          <a:xfrm>
            <a:off x="9144000" y="6556248"/>
            <a:ext cx="164592" cy="10972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Text 283">
            <a:extLst>
              <a:ext uri="{FF2B5EF4-FFF2-40B4-BE49-F238E27FC236}">
                <a16:creationId xmlns:a16="http://schemas.microsoft.com/office/drawing/2014/main" id="{F6C498B5-DE1C-00E9-81D9-08572820834C}"/>
              </a:ext>
            </a:extLst>
          </p:cNvPr>
          <p:cNvSpPr/>
          <p:nvPr/>
        </p:nvSpPr>
        <p:spPr>
          <a:xfrm>
            <a:off x="9363456" y="65288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(Jun 2026)</a:t>
            </a:r>
            <a:endParaRPr lang="en-US" sz="700" dirty="0"/>
          </a:p>
        </p:txBody>
      </p:sp>
      <p:sp>
        <p:nvSpPr>
          <p:cNvPr id="286" name="Shape 284">
            <a:extLst>
              <a:ext uri="{FF2B5EF4-FFF2-40B4-BE49-F238E27FC236}">
                <a16:creationId xmlns:a16="http://schemas.microsoft.com/office/drawing/2014/main" id="{316E5A92-DF33-18AD-0216-DEA5BB02C19F}"/>
              </a:ext>
            </a:extLst>
          </p:cNvPr>
          <p:cNvSpPr/>
          <p:nvPr/>
        </p:nvSpPr>
        <p:spPr>
          <a:xfrm>
            <a:off x="10625328" y="6611112"/>
            <a:ext cx="201168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287" name="Text 285">
            <a:extLst>
              <a:ext uri="{FF2B5EF4-FFF2-40B4-BE49-F238E27FC236}">
                <a16:creationId xmlns:a16="http://schemas.microsoft.com/office/drawing/2014/main" id="{2218747E-D101-FDE7-CEF5-CD8F9C5D123B}"/>
              </a:ext>
            </a:extLst>
          </p:cNvPr>
          <p:cNvSpPr/>
          <p:nvPr/>
        </p:nvSpPr>
        <p:spPr>
          <a:xfrm>
            <a:off x="10844784" y="65288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End-2026 Hard Gate</a:t>
            </a:r>
            <a:endParaRPr lang="en-US" sz="700" dirty="0"/>
          </a:p>
        </p:txBody>
      </p:sp>
      <p:sp>
        <p:nvSpPr>
          <p:cNvPr id="288" name="Shape 286">
            <a:extLst>
              <a:ext uri="{FF2B5EF4-FFF2-40B4-BE49-F238E27FC236}">
                <a16:creationId xmlns:a16="http://schemas.microsoft.com/office/drawing/2014/main" id="{4EF7F798-5ED8-7672-46F1-2A50314B93EA}"/>
              </a:ext>
            </a:extLst>
          </p:cNvPr>
          <p:cNvSpPr/>
          <p:nvPr/>
        </p:nvSpPr>
        <p:spPr>
          <a:xfrm>
            <a:off x="0" y="6839712"/>
            <a:ext cx="12188952" cy="18288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40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298</Words>
  <Application>Microsoft Office PowerPoint</Application>
  <PresentationFormat>Widescreen</PresentationFormat>
  <Paragraphs>89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Black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Girish Gajwani</dc:creator>
  <cp:lastModifiedBy>Girish Gajwani</cp:lastModifiedBy>
  <cp:revision>1</cp:revision>
  <dcterms:created xsi:type="dcterms:W3CDTF">2026-06-07T19:33:21Z</dcterms:created>
  <dcterms:modified xsi:type="dcterms:W3CDTF">2026-06-07T19:38:31Z</dcterms:modified>
</cp:coreProperties>
</file>